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72" r:id="rId1"/>
  </p:sldMasterIdLst>
  <p:notesMasterIdLst>
    <p:notesMasterId r:id="rId10"/>
  </p:notesMasterIdLst>
  <p:sldIdLst>
    <p:sldId id="256" r:id="rId2"/>
    <p:sldId id="261" r:id="rId3"/>
    <p:sldId id="257" r:id="rId4"/>
    <p:sldId id="262" r:id="rId5"/>
    <p:sldId id="259" r:id="rId6"/>
    <p:sldId id="260" r:id="rId7"/>
    <p:sldId id="269" r:id="rId8"/>
    <p:sldId id="267" r:id="rId9"/>
  </p:sldIdLst>
  <p:sldSz cx="9144000" cy="6858000" type="screen4x3"/>
  <p:notesSz cx="6858000" cy="9144000"/>
  <p:defaultTextStyle>
    <a:defPPr>
      <a:defRPr lang="en-US"/>
    </a:defPPr>
    <a:lvl1pPr algn="l" rtl="0" eaLnBrk="0" fontAlgn="base" hangingPunct="0">
      <a:spcBef>
        <a:spcPct val="0"/>
      </a:spcBef>
      <a:spcAft>
        <a:spcPct val="0"/>
      </a:spcAft>
      <a:defRPr sz="1800" kern="1200">
        <a:solidFill>
          <a:schemeClr val="tx1"/>
        </a:solidFill>
        <a:latin typeface="Arial" charset="0"/>
        <a:ea typeface="ＭＳ Ｐゴシック" charset="0"/>
        <a:cs typeface="ＭＳ Ｐゴシック" charset="0"/>
      </a:defRPr>
    </a:lvl1pPr>
    <a:lvl2pPr marL="342946" algn="l" rtl="0" eaLnBrk="0" fontAlgn="base" hangingPunct="0">
      <a:spcBef>
        <a:spcPct val="0"/>
      </a:spcBef>
      <a:spcAft>
        <a:spcPct val="0"/>
      </a:spcAft>
      <a:defRPr sz="1800" kern="1200">
        <a:solidFill>
          <a:schemeClr val="tx1"/>
        </a:solidFill>
        <a:latin typeface="Arial" charset="0"/>
        <a:ea typeface="ＭＳ Ｐゴシック" charset="0"/>
        <a:cs typeface="ＭＳ Ｐゴシック" charset="0"/>
      </a:defRPr>
    </a:lvl2pPr>
    <a:lvl3pPr marL="685891" algn="l" rtl="0" eaLnBrk="0" fontAlgn="base" hangingPunct="0">
      <a:spcBef>
        <a:spcPct val="0"/>
      </a:spcBef>
      <a:spcAft>
        <a:spcPct val="0"/>
      </a:spcAft>
      <a:defRPr sz="1800" kern="1200">
        <a:solidFill>
          <a:schemeClr val="tx1"/>
        </a:solidFill>
        <a:latin typeface="Arial" charset="0"/>
        <a:ea typeface="ＭＳ Ｐゴシック" charset="0"/>
        <a:cs typeface="ＭＳ Ｐゴシック" charset="0"/>
      </a:defRPr>
    </a:lvl3pPr>
    <a:lvl4pPr marL="1028837" algn="l" rtl="0" eaLnBrk="0" fontAlgn="base" hangingPunct="0">
      <a:spcBef>
        <a:spcPct val="0"/>
      </a:spcBef>
      <a:spcAft>
        <a:spcPct val="0"/>
      </a:spcAft>
      <a:defRPr sz="1800" kern="1200">
        <a:solidFill>
          <a:schemeClr val="tx1"/>
        </a:solidFill>
        <a:latin typeface="Arial" charset="0"/>
        <a:ea typeface="ＭＳ Ｐゴシック" charset="0"/>
        <a:cs typeface="ＭＳ Ｐゴシック" charset="0"/>
      </a:defRPr>
    </a:lvl4pPr>
    <a:lvl5pPr marL="1371783" algn="l" rtl="0" eaLnBrk="0" fontAlgn="base" hangingPunct="0">
      <a:spcBef>
        <a:spcPct val="0"/>
      </a:spcBef>
      <a:spcAft>
        <a:spcPct val="0"/>
      </a:spcAft>
      <a:defRPr sz="1800" kern="1200">
        <a:solidFill>
          <a:schemeClr val="tx1"/>
        </a:solidFill>
        <a:latin typeface="Arial" charset="0"/>
        <a:ea typeface="ＭＳ Ｐゴシック" charset="0"/>
        <a:cs typeface="ＭＳ Ｐゴシック" charset="0"/>
      </a:defRPr>
    </a:lvl5pPr>
    <a:lvl6pPr marL="1714729" algn="l" defTabSz="342946" rtl="0" eaLnBrk="1" latinLnBrk="0" hangingPunct="1">
      <a:defRPr sz="1800" kern="1200">
        <a:solidFill>
          <a:schemeClr val="tx1"/>
        </a:solidFill>
        <a:latin typeface="Arial" charset="0"/>
        <a:ea typeface="ＭＳ Ｐゴシック" charset="0"/>
        <a:cs typeface="ＭＳ Ｐゴシック" charset="0"/>
      </a:defRPr>
    </a:lvl6pPr>
    <a:lvl7pPr marL="2057674" algn="l" defTabSz="342946" rtl="0" eaLnBrk="1" latinLnBrk="0" hangingPunct="1">
      <a:defRPr sz="1800" kern="1200">
        <a:solidFill>
          <a:schemeClr val="tx1"/>
        </a:solidFill>
        <a:latin typeface="Arial" charset="0"/>
        <a:ea typeface="ＭＳ Ｐゴシック" charset="0"/>
        <a:cs typeface="ＭＳ Ｐゴシック" charset="0"/>
      </a:defRPr>
    </a:lvl7pPr>
    <a:lvl8pPr marL="2400620" algn="l" defTabSz="342946" rtl="0" eaLnBrk="1" latinLnBrk="0" hangingPunct="1">
      <a:defRPr sz="1800" kern="1200">
        <a:solidFill>
          <a:schemeClr val="tx1"/>
        </a:solidFill>
        <a:latin typeface="Arial" charset="0"/>
        <a:ea typeface="ＭＳ Ｐゴシック" charset="0"/>
        <a:cs typeface="ＭＳ Ｐゴシック" charset="0"/>
      </a:defRPr>
    </a:lvl8pPr>
    <a:lvl9pPr marL="2743566" algn="l" defTabSz="342946" rtl="0" eaLnBrk="1" latinLnBrk="0" hangingPunct="1">
      <a:defRPr sz="1800" kern="1200">
        <a:solidFill>
          <a:schemeClr val="tx1"/>
        </a:solidFill>
        <a:latin typeface="Arial" charset="0"/>
        <a:ea typeface="ＭＳ Ｐゴシック" charset="0"/>
        <a:cs typeface="ＭＳ Ｐゴシック"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84" autoAdjust="0"/>
    <p:restoredTop sz="63904" autoAdjust="0"/>
  </p:normalViewPr>
  <p:slideViewPr>
    <p:cSldViewPr snapToGrid="0">
      <p:cViewPr varScale="1">
        <p:scale>
          <a:sx n="78" d="100"/>
          <a:sy n="78" d="100"/>
        </p:scale>
        <p:origin x="3184" y="184"/>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5F64A9F-C91B-45DC-8E56-7A577387B3A0}" type="doc">
      <dgm:prSet loTypeId="urn:microsoft.com/office/officeart/2005/8/layout/lProcess1" loCatId="process" qsTypeId="urn:microsoft.com/office/officeart/2005/8/quickstyle/simple1" qsCatId="simple" csTypeId="urn:microsoft.com/office/officeart/2005/8/colors/accent1_2" csCatId="accent1" phldr="1"/>
      <dgm:spPr/>
      <dgm:t>
        <a:bodyPr/>
        <a:lstStyle/>
        <a:p>
          <a:endParaRPr lang="en-US"/>
        </a:p>
      </dgm:t>
    </dgm:pt>
    <dgm:pt modelId="{F4C8D614-7A1C-4D10-ADD9-1EBD55B79A72}">
      <dgm:prSet phldrT="[Text]"/>
      <dgm:spPr/>
      <dgm:t>
        <a:bodyPr/>
        <a:lstStyle/>
        <a:p>
          <a:r>
            <a:rPr lang="en-US" dirty="0"/>
            <a:t>Purpose</a:t>
          </a:r>
        </a:p>
      </dgm:t>
    </dgm:pt>
    <dgm:pt modelId="{B5F2120D-2767-4F23-9C46-DC9C1D2168CF}" type="parTrans" cxnId="{8DCEC5F1-7FB2-401B-ACC1-485D0B4BBD50}">
      <dgm:prSet/>
      <dgm:spPr/>
      <dgm:t>
        <a:bodyPr/>
        <a:lstStyle/>
        <a:p>
          <a:endParaRPr lang="en-US"/>
        </a:p>
      </dgm:t>
    </dgm:pt>
    <dgm:pt modelId="{4147935C-77F1-4618-9FC4-4378A22ABE5D}" type="sibTrans" cxnId="{8DCEC5F1-7FB2-401B-ACC1-485D0B4BBD50}">
      <dgm:prSet/>
      <dgm:spPr/>
      <dgm:t>
        <a:bodyPr/>
        <a:lstStyle/>
        <a:p>
          <a:endParaRPr lang="en-US"/>
        </a:p>
      </dgm:t>
    </dgm:pt>
    <dgm:pt modelId="{67D310DA-5026-46F3-B53A-DE69698753F8}">
      <dgm:prSet phldrT="[Text]"/>
      <dgm:spPr/>
      <dgm:t>
        <a:bodyPr/>
        <a:lstStyle/>
        <a:p>
          <a:r>
            <a:rPr lang="en-US" dirty="0"/>
            <a:t>Purpose of the survey</a:t>
          </a:r>
        </a:p>
      </dgm:t>
    </dgm:pt>
    <dgm:pt modelId="{B12E93A4-FF86-4D74-8A21-E20075AC0A09}" type="parTrans" cxnId="{FB879CD0-7C12-4A78-B9D6-20F3A692C090}">
      <dgm:prSet/>
      <dgm:spPr/>
      <dgm:t>
        <a:bodyPr/>
        <a:lstStyle/>
        <a:p>
          <a:endParaRPr lang="en-US"/>
        </a:p>
      </dgm:t>
    </dgm:pt>
    <dgm:pt modelId="{5A607B1D-7230-4275-80B5-31E9AA1E0450}" type="sibTrans" cxnId="{FB879CD0-7C12-4A78-B9D6-20F3A692C090}">
      <dgm:prSet/>
      <dgm:spPr/>
      <dgm:t>
        <a:bodyPr/>
        <a:lstStyle/>
        <a:p>
          <a:endParaRPr lang="en-US"/>
        </a:p>
      </dgm:t>
    </dgm:pt>
    <dgm:pt modelId="{5BAFE591-052F-48AF-84EE-C27F8398EC8A}">
      <dgm:prSet phldrT="[Text]"/>
      <dgm:spPr/>
      <dgm:t>
        <a:bodyPr/>
        <a:lstStyle/>
        <a:p>
          <a:r>
            <a:rPr lang="en-US" dirty="0"/>
            <a:t>Concepts Identification</a:t>
          </a:r>
        </a:p>
      </dgm:t>
    </dgm:pt>
    <dgm:pt modelId="{535B3DEF-EDBE-413A-86DA-BF54679D300E}" type="parTrans" cxnId="{9E32581C-49C4-48FF-A5A9-C67A3F345577}">
      <dgm:prSet/>
      <dgm:spPr/>
      <dgm:t>
        <a:bodyPr/>
        <a:lstStyle/>
        <a:p>
          <a:endParaRPr lang="en-US"/>
        </a:p>
      </dgm:t>
    </dgm:pt>
    <dgm:pt modelId="{6339726C-98C8-4F7A-BFD6-FD336CC3862D}" type="sibTrans" cxnId="{9E32581C-49C4-48FF-A5A9-C67A3F345577}">
      <dgm:prSet/>
      <dgm:spPr/>
      <dgm:t>
        <a:bodyPr/>
        <a:lstStyle/>
        <a:p>
          <a:endParaRPr lang="en-US"/>
        </a:p>
      </dgm:t>
    </dgm:pt>
    <dgm:pt modelId="{C7D8F719-2D2C-4348-917E-6E3B0FE64651}">
      <dgm:prSet phldrT="[Text]"/>
      <dgm:spPr/>
      <dgm:t>
        <a:bodyPr/>
        <a:lstStyle/>
        <a:p>
          <a:r>
            <a:rPr lang="en-US" dirty="0"/>
            <a:t>What variables are calculated</a:t>
          </a:r>
        </a:p>
      </dgm:t>
    </dgm:pt>
    <dgm:pt modelId="{C1C25A49-68C5-4538-9D7D-E35E947910AF}" type="parTrans" cxnId="{DBCC3AD9-A210-4F4C-8A64-007D310F0090}">
      <dgm:prSet/>
      <dgm:spPr/>
      <dgm:t>
        <a:bodyPr/>
        <a:lstStyle/>
        <a:p>
          <a:endParaRPr lang="en-US"/>
        </a:p>
      </dgm:t>
    </dgm:pt>
    <dgm:pt modelId="{AC400E6B-2746-453F-BD60-26BE62C5D8D0}" type="sibTrans" cxnId="{DBCC3AD9-A210-4F4C-8A64-007D310F0090}">
      <dgm:prSet/>
      <dgm:spPr/>
      <dgm:t>
        <a:bodyPr/>
        <a:lstStyle/>
        <a:p>
          <a:endParaRPr lang="en-US"/>
        </a:p>
      </dgm:t>
    </dgm:pt>
    <dgm:pt modelId="{079E2728-7E00-4671-9386-1B0B4FF30CD4}">
      <dgm:prSet phldrT="[Text]"/>
      <dgm:spPr/>
      <dgm:t>
        <a:bodyPr/>
        <a:lstStyle/>
        <a:p>
          <a:r>
            <a:rPr lang="en-US" dirty="0"/>
            <a:t>Survey Specifications</a:t>
          </a:r>
        </a:p>
      </dgm:t>
    </dgm:pt>
    <dgm:pt modelId="{21C82D25-4893-4D61-8CD1-5D83FE595E11}" type="parTrans" cxnId="{7D2C060E-AEF0-4F8F-A797-AFA12E1149B7}">
      <dgm:prSet/>
      <dgm:spPr/>
      <dgm:t>
        <a:bodyPr/>
        <a:lstStyle/>
        <a:p>
          <a:endParaRPr lang="en-US"/>
        </a:p>
      </dgm:t>
    </dgm:pt>
    <dgm:pt modelId="{3D596DAF-8369-49B4-B781-1113AEBC6031}" type="sibTrans" cxnId="{7D2C060E-AEF0-4F8F-A797-AFA12E1149B7}">
      <dgm:prSet/>
      <dgm:spPr/>
      <dgm:t>
        <a:bodyPr/>
        <a:lstStyle/>
        <a:p>
          <a:endParaRPr lang="en-US"/>
        </a:p>
      </dgm:t>
    </dgm:pt>
    <dgm:pt modelId="{8183C098-7ADB-4BC0-8294-0A06D72160C0}">
      <dgm:prSet phldrT="[Text]"/>
      <dgm:spPr/>
      <dgm:t>
        <a:bodyPr/>
        <a:lstStyle/>
        <a:p>
          <a:r>
            <a:rPr lang="en-US" dirty="0"/>
            <a:t>Population and sampling frame</a:t>
          </a:r>
        </a:p>
      </dgm:t>
    </dgm:pt>
    <dgm:pt modelId="{D9D7A3DD-E3E7-43FE-B02F-8EDA086203EB}" type="parTrans" cxnId="{45421881-F75A-484F-A3B6-89244786A555}">
      <dgm:prSet/>
      <dgm:spPr/>
      <dgm:t>
        <a:bodyPr/>
        <a:lstStyle/>
        <a:p>
          <a:endParaRPr lang="en-US"/>
        </a:p>
      </dgm:t>
    </dgm:pt>
    <dgm:pt modelId="{78945414-1A44-413E-92CC-804A36824B4A}" type="sibTrans" cxnId="{45421881-F75A-484F-A3B6-89244786A555}">
      <dgm:prSet/>
      <dgm:spPr/>
      <dgm:t>
        <a:bodyPr/>
        <a:lstStyle/>
        <a:p>
          <a:endParaRPr lang="en-US"/>
        </a:p>
      </dgm:t>
    </dgm:pt>
    <dgm:pt modelId="{5BDC755E-379C-43DE-AEC5-A55277C5BCF7}">
      <dgm:prSet phldrT="[Text]"/>
      <dgm:spPr/>
      <dgm:t>
        <a:bodyPr/>
        <a:lstStyle/>
        <a:p>
          <a:r>
            <a:rPr lang="en-US" dirty="0"/>
            <a:t>Hypothesized relations</a:t>
          </a:r>
        </a:p>
      </dgm:t>
    </dgm:pt>
    <dgm:pt modelId="{C119F0C7-A257-450C-8F43-38FCC4BBC64C}" type="parTrans" cxnId="{71E07DE0-9A5B-4D36-B600-EA4A175357E9}">
      <dgm:prSet/>
      <dgm:spPr/>
      <dgm:t>
        <a:bodyPr/>
        <a:lstStyle/>
        <a:p>
          <a:endParaRPr lang="en-US"/>
        </a:p>
      </dgm:t>
    </dgm:pt>
    <dgm:pt modelId="{11BF28EB-83E8-4809-BBF8-2D5BB1D0005A}" type="sibTrans" cxnId="{71E07DE0-9A5B-4D36-B600-EA4A175357E9}">
      <dgm:prSet/>
      <dgm:spPr/>
      <dgm:t>
        <a:bodyPr/>
        <a:lstStyle/>
        <a:p>
          <a:endParaRPr lang="en-US"/>
        </a:p>
      </dgm:t>
    </dgm:pt>
    <dgm:pt modelId="{D52C0F21-AB48-4636-B1E4-3001BCB46206}">
      <dgm:prSet phldrT="[Text]"/>
      <dgm:spPr/>
      <dgm:t>
        <a:bodyPr/>
        <a:lstStyle/>
        <a:p>
          <a:r>
            <a:rPr lang="en-US" dirty="0"/>
            <a:t>Intended use of the survey</a:t>
          </a:r>
        </a:p>
      </dgm:t>
    </dgm:pt>
    <dgm:pt modelId="{1EE0ECEC-3887-4321-944F-BE43E52D924C}" type="parTrans" cxnId="{2F062385-51EB-41F1-99BB-12F45FA4BA74}">
      <dgm:prSet/>
      <dgm:spPr/>
      <dgm:t>
        <a:bodyPr/>
        <a:lstStyle/>
        <a:p>
          <a:endParaRPr lang="en-US"/>
        </a:p>
      </dgm:t>
    </dgm:pt>
    <dgm:pt modelId="{13FCEE34-9607-4F2C-A90F-95600059D9FF}" type="sibTrans" cxnId="{2F062385-51EB-41F1-99BB-12F45FA4BA74}">
      <dgm:prSet/>
      <dgm:spPr/>
      <dgm:t>
        <a:bodyPr/>
        <a:lstStyle/>
        <a:p>
          <a:endParaRPr lang="en-US"/>
        </a:p>
      </dgm:t>
    </dgm:pt>
    <dgm:pt modelId="{E921788C-C4AF-4716-9D6C-C50C215ADA6F}">
      <dgm:prSet phldrT="[Text]"/>
      <dgm:spPr/>
      <dgm:t>
        <a:bodyPr/>
        <a:lstStyle/>
        <a:p>
          <a:r>
            <a:rPr lang="en-US" dirty="0"/>
            <a:t>Sampling plan</a:t>
          </a:r>
        </a:p>
      </dgm:t>
    </dgm:pt>
    <dgm:pt modelId="{61B82C27-4393-413A-8598-4B2305ED1CBE}" type="parTrans" cxnId="{3EE4BAB2-C9FF-47E7-830C-EE63C52A53DF}">
      <dgm:prSet/>
      <dgm:spPr/>
      <dgm:t>
        <a:bodyPr/>
        <a:lstStyle/>
        <a:p>
          <a:endParaRPr lang="en-US"/>
        </a:p>
      </dgm:t>
    </dgm:pt>
    <dgm:pt modelId="{9E1078F5-75E0-4432-900E-CCFA7C9C1318}" type="sibTrans" cxnId="{3EE4BAB2-C9FF-47E7-830C-EE63C52A53DF}">
      <dgm:prSet/>
      <dgm:spPr/>
      <dgm:t>
        <a:bodyPr/>
        <a:lstStyle/>
        <a:p>
          <a:endParaRPr lang="en-US"/>
        </a:p>
      </dgm:t>
    </dgm:pt>
    <dgm:pt modelId="{93235452-CC32-4D0F-81DD-9B7D412B1EE2}">
      <dgm:prSet phldrT="[Text]"/>
      <dgm:spPr/>
      <dgm:t>
        <a:bodyPr/>
        <a:lstStyle/>
        <a:p>
          <a:r>
            <a:rPr lang="en-US" dirty="0"/>
            <a:t>Survey modes</a:t>
          </a:r>
        </a:p>
      </dgm:t>
    </dgm:pt>
    <dgm:pt modelId="{6CCC5275-B008-472D-987D-4CA673444CD1}" type="parTrans" cxnId="{99850C34-A261-45B0-AF2C-C94571F10D62}">
      <dgm:prSet/>
      <dgm:spPr/>
      <dgm:t>
        <a:bodyPr/>
        <a:lstStyle/>
        <a:p>
          <a:endParaRPr lang="en-US"/>
        </a:p>
      </dgm:t>
    </dgm:pt>
    <dgm:pt modelId="{5E01898C-0D2D-4995-AD13-1D30A0FD8DEC}" type="sibTrans" cxnId="{99850C34-A261-45B0-AF2C-C94571F10D62}">
      <dgm:prSet/>
      <dgm:spPr/>
      <dgm:t>
        <a:bodyPr/>
        <a:lstStyle/>
        <a:p>
          <a:endParaRPr lang="en-US"/>
        </a:p>
      </dgm:t>
    </dgm:pt>
    <dgm:pt modelId="{02507AC4-7B34-4AEE-928F-90E85D2E6589}">
      <dgm:prSet phldrT="[Text]"/>
      <dgm:spPr/>
      <dgm:t>
        <a:bodyPr/>
        <a:lstStyle/>
        <a:p>
          <a:r>
            <a:rPr lang="en-US" dirty="0"/>
            <a:t>Analysis plan</a:t>
          </a:r>
        </a:p>
      </dgm:t>
    </dgm:pt>
    <dgm:pt modelId="{7AA73846-D3DF-406A-A598-47117881274C}" type="parTrans" cxnId="{F5C80583-96E7-45FE-B565-8EE6FACDCBE5}">
      <dgm:prSet/>
      <dgm:spPr/>
      <dgm:t>
        <a:bodyPr/>
        <a:lstStyle/>
        <a:p>
          <a:endParaRPr lang="en-US"/>
        </a:p>
      </dgm:t>
    </dgm:pt>
    <dgm:pt modelId="{3272B8C0-45FC-40CF-86A1-5AFBCE8E6BEB}" type="sibTrans" cxnId="{F5C80583-96E7-45FE-B565-8EE6FACDCBE5}">
      <dgm:prSet/>
      <dgm:spPr/>
      <dgm:t>
        <a:bodyPr/>
        <a:lstStyle/>
        <a:p>
          <a:endParaRPr lang="en-US"/>
        </a:p>
      </dgm:t>
    </dgm:pt>
    <dgm:pt modelId="{99B233E0-92DD-4202-8B56-16DA2E612601}">
      <dgm:prSet phldrT="[Text]"/>
      <dgm:spPr/>
      <dgm:t>
        <a:bodyPr/>
        <a:lstStyle/>
        <a:p>
          <a:r>
            <a:rPr lang="en-US" dirty="0"/>
            <a:t>Concepts and indicators</a:t>
          </a:r>
        </a:p>
      </dgm:t>
    </dgm:pt>
    <dgm:pt modelId="{04E6826B-3486-429C-9233-91CBD39F8EA8}" type="parTrans" cxnId="{FA1B150D-E716-4234-94D7-11F035E03FB6}">
      <dgm:prSet/>
      <dgm:spPr/>
      <dgm:t>
        <a:bodyPr/>
        <a:lstStyle/>
        <a:p>
          <a:endParaRPr lang="en-US"/>
        </a:p>
      </dgm:t>
    </dgm:pt>
    <dgm:pt modelId="{DACEF7C6-4348-45B1-B51F-3E9257FAD18F}" type="sibTrans" cxnId="{FA1B150D-E716-4234-94D7-11F035E03FB6}">
      <dgm:prSet/>
      <dgm:spPr/>
      <dgm:t>
        <a:bodyPr/>
        <a:lstStyle/>
        <a:p>
          <a:endParaRPr lang="en-US"/>
        </a:p>
      </dgm:t>
    </dgm:pt>
    <dgm:pt modelId="{E7AACCCD-4145-4237-B8E9-9D847D6E09E8}">
      <dgm:prSet phldrT="[Text]"/>
      <dgm:spPr/>
      <dgm:t>
        <a:bodyPr/>
        <a:lstStyle/>
        <a:p>
          <a:r>
            <a:rPr lang="en-US" dirty="0"/>
            <a:t>How variables are measured</a:t>
          </a:r>
        </a:p>
      </dgm:t>
    </dgm:pt>
    <dgm:pt modelId="{11C6FF17-85DD-41C8-9482-52E52C017F5B}" type="parTrans" cxnId="{7457C92E-886B-4F30-A894-662BB041755E}">
      <dgm:prSet/>
      <dgm:spPr/>
      <dgm:t>
        <a:bodyPr/>
        <a:lstStyle/>
        <a:p>
          <a:endParaRPr lang="en-US"/>
        </a:p>
      </dgm:t>
    </dgm:pt>
    <dgm:pt modelId="{7F19C781-5937-4B2C-8C2D-CF6E10F57BA9}" type="sibTrans" cxnId="{7457C92E-886B-4F30-A894-662BB041755E}">
      <dgm:prSet/>
      <dgm:spPr/>
      <dgm:t>
        <a:bodyPr/>
        <a:lstStyle/>
        <a:p>
          <a:endParaRPr lang="en-US"/>
        </a:p>
      </dgm:t>
    </dgm:pt>
    <dgm:pt modelId="{A22CD161-3650-4665-AB9E-19CB086827F6}" type="pres">
      <dgm:prSet presAssocID="{65F64A9F-C91B-45DC-8E56-7A577387B3A0}" presName="Name0" presStyleCnt="0">
        <dgm:presLayoutVars>
          <dgm:dir/>
          <dgm:animLvl val="lvl"/>
          <dgm:resizeHandles val="exact"/>
        </dgm:presLayoutVars>
      </dgm:prSet>
      <dgm:spPr/>
    </dgm:pt>
    <dgm:pt modelId="{9666DF6D-A121-4BE6-8B51-FE1F148A78BD}" type="pres">
      <dgm:prSet presAssocID="{F4C8D614-7A1C-4D10-ADD9-1EBD55B79A72}" presName="vertFlow" presStyleCnt="0"/>
      <dgm:spPr/>
    </dgm:pt>
    <dgm:pt modelId="{D18CFD65-3E5D-4F30-A21E-1168CBA39CC4}" type="pres">
      <dgm:prSet presAssocID="{F4C8D614-7A1C-4D10-ADD9-1EBD55B79A72}" presName="header" presStyleLbl="node1" presStyleIdx="0" presStyleCnt="3"/>
      <dgm:spPr/>
    </dgm:pt>
    <dgm:pt modelId="{D9B10AD5-5B2F-4D98-B39A-7906A1A35F15}" type="pres">
      <dgm:prSet presAssocID="{B12E93A4-FF86-4D74-8A21-E20075AC0A09}" presName="parTrans" presStyleLbl="sibTrans2D1" presStyleIdx="0" presStyleCnt="10"/>
      <dgm:spPr/>
    </dgm:pt>
    <dgm:pt modelId="{6339D757-DBFE-4CA6-A432-2B7D2D571518}" type="pres">
      <dgm:prSet presAssocID="{67D310DA-5026-46F3-B53A-DE69698753F8}" presName="child" presStyleLbl="alignAccFollowNode1" presStyleIdx="0" presStyleCnt="10">
        <dgm:presLayoutVars>
          <dgm:chMax val="0"/>
          <dgm:bulletEnabled val="1"/>
        </dgm:presLayoutVars>
      </dgm:prSet>
      <dgm:spPr/>
    </dgm:pt>
    <dgm:pt modelId="{DDB99CC6-957E-4946-BAC7-E70CBD1947C3}" type="pres">
      <dgm:prSet presAssocID="{5A607B1D-7230-4275-80B5-31E9AA1E0450}" presName="sibTrans" presStyleLbl="sibTrans2D1" presStyleIdx="1" presStyleCnt="10"/>
      <dgm:spPr/>
    </dgm:pt>
    <dgm:pt modelId="{2E42D14E-6D3B-4D7F-9001-2332D697C3FE}" type="pres">
      <dgm:prSet presAssocID="{D52C0F21-AB48-4636-B1E4-3001BCB46206}" presName="child" presStyleLbl="alignAccFollowNode1" presStyleIdx="1" presStyleCnt="10">
        <dgm:presLayoutVars>
          <dgm:chMax val="0"/>
          <dgm:bulletEnabled val="1"/>
        </dgm:presLayoutVars>
      </dgm:prSet>
      <dgm:spPr/>
    </dgm:pt>
    <dgm:pt modelId="{954FB650-560E-4E85-8801-E3696E5C8529}" type="pres">
      <dgm:prSet presAssocID="{F4C8D614-7A1C-4D10-ADD9-1EBD55B79A72}" presName="hSp" presStyleCnt="0"/>
      <dgm:spPr/>
    </dgm:pt>
    <dgm:pt modelId="{D437F0FB-B828-413E-BEE2-5D13BB061707}" type="pres">
      <dgm:prSet presAssocID="{5BAFE591-052F-48AF-84EE-C27F8398EC8A}" presName="vertFlow" presStyleCnt="0"/>
      <dgm:spPr/>
    </dgm:pt>
    <dgm:pt modelId="{0A5750AF-52B2-4791-9968-861E89F7D9E8}" type="pres">
      <dgm:prSet presAssocID="{5BAFE591-052F-48AF-84EE-C27F8398EC8A}" presName="header" presStyleLbl="node1" presStyleIdx="1" presStyleCnt="3"/>
      <dgm:spPr/>
    </dgm:pt>
    <dgm:pt modelId="{C22CFA39-AC2E-4A30-B84E-B1EE14FE6802}" type="pres">
      <dgm:prSet presAssocID="{C1C25A49-68C5-4538-9D7D-E35E947910AF}" presName="parTrans" presStyleLbl="sibTrans2D1" presStyleIdx="2" presStyleCnt="10"/>
      <dgm:spPr/>
    </dgm:pt>
    <dgm:pt modelId="{4BB5B4A8-F616-41D2-B66E-7A8D393B9C3A}" type="pres">
      <dgm:prSet presAssocID="{C7D8F719-2D2C-4348-917E-6E3B0FE64651}" presName="child" presStyleLbl="alignAccFollowNode1" presStyleIdx="2" presStyleCnt="10">
        <dgm:presLayoutVars>
          <dgm:chMax val="0"/>
          <dgm:bulletEnabled val="1"/>
        </dgm:presLayoutVars>
      </dgm:prSet>
      <dgm:spPr/>
    </dgm:pt>
    <dgm:pt modelId="{005D3D20-BC20-4933-955A-B01A98738F37}" type="pres">
      <dgm:prSet presAssocID="{AC400E6B-2746-453F-BD60-26BE62C5D8D0}" presName="sibTrans" presStyleLbl="sibTrans2D1" presStyleIdx="3" presStyleCnt="10"/>
      <dgm:spPr/>
    </dgm:pt>
    <dgm:pt modelId="{DC9BF456-B8EF-4D6B-8AE9-01729941A65F}" type="pres">
      <dgm:prSet presAssocID="{E7AACCCD-4145-4237-B8E9-9D847D6E09E8}" presName="child" presStyleLbl="alignAccFollowNode1" presStyleIdx="3" presStyleCnt="10">
        <dgm:presLayoutVars>
          <dgm:chMax val="0"/>
          <dgm:bulletEnabled val="1"/>
        </dgm:presLayoutVars>
      </dgm:prSet>
      <dgm:spPr/>
    </dgm:pt>
    <dgm:pt modelId="{15C51DED-07F9-4054-925D-F1BB905D1F1C}" type="pres">
      <dgm:prSet presAssocID="{7F19C781-5937-4B2C-8C2D-CF6E10F57BA9}" presName="sibTrans" presStyleLbl="sibTrans2D1" presStyleIdx="4" presStyleCnt="10"/>
      <dgm:spPr/>
    </dgm:pt>
    <dgm:pt modelId="{8181E4DF-0857-484D-BD7C-2C48D5C438FE}" type="pres">
      <dgm:prSet presAssocID="{5BDC755E-379C-43DE-AEC5-A55277C5BCF7}" presName="child" presStyleLbl="alignAccFollowNode1" presStyleIdx="4" presStyleCnt="10">
        <dgm:presLayoutVars>
          <dgm:chMax val="0"/>
          <dgm:bulletEnabled val="1"/>
        </dgm:presLayoutVars>
      </dgm:prSet>
      <dgm:spPr/>
    </dgm:pt>
    <dgm:pt modelId="{D524441D-25A5-47D9-8683-38BDAFDA1BD1}" type="pres">
      <dgm:prSet presAssocID="{5BAFE591-052F-48AF-84EE-C27F8398EC8A}" presName="hSp" presStyleCnt="0"/>
      <dgm:spPr/>
    </dgm:pt>
    <dgm:pt modelId="{4F4B1F6D-8665-4E91-8383-DBA5D161E018}" type="pres">
      <dgm:prSet presAssocID="{079E2728-7E00-4671-9386-1B0B4FF30CD4}" presName="vertFlow" presStyleCnt="0"/>
      <dgm:spPr/>
    </dgm:pt>
    <dgm:pt modelId="{3BF80311-7304-4BB7-92C7-CA7F692C1117}" type="pres">
      <dgm:prSet presAssocID="{079E2728-7E00-4671-9386-1B0B4FF30CD4}" presName="header" presStyleLbl="node1" presStyleIdx="2" presStyleCnt="3"/>
      <dgm:spPr/>
    </dgm:pt>
    <dgm:pt modelId="{331B324C-5C14-4D4E-B92F-2A1BA457AFC6}" type="pres">
      <dgm:prSet presAssocID="{D9D7A3DD-E3E7-43FE-B02F-8EDA086203EB}" presName="parTrans" presStyleLbl="sibTrans2D1" presStyleIdx="5" presStyleCnt="10"/>
      <dgm:spPr/>
    </dgm:pt>
    <dgm:pt modelId="{076305B6-4EB5-48C8-B450-41E6333D5DA1}" type="pres">
      <dgm:prSet presAssocID="{8183C098-7ADB-4BC0-8294-0A06D72160C0}" presName="child" presStyleLbl="alignAccFollowNode1" presStyleIdx="5" presStyleCnt="10">
        <dgm:presLayoutVars>
          <dgm:chMax val="0"/>
          <dgm:bulletEnabled val="1"/>
        </dgm:presLayoutVars>
      </dgm:prSet>
      <dgm:spPr/>
    </dgm:pt>
    <dgm:pt modelId="{9ADD873F-BDB1-4522-9A13-C5D45D1339A4}" type="pres">
      <dgm:prSet presAssocID="{78945414-1A44-413E-92CC-804A36824B4A}" presName="sibTrans" presStyleLbl="sibTrans2D1" presStyleIdx="6" presStyleCnt="10"/>
      <dgm:spPr/>
    </dgm:pt>
    <dgm:pt modelId="{042C850B-B93E-45F1-BBF0-5E278C4E0E90}" type="pres">
      <dgm:prSet presAssocID="{99B233E0-92DD-4202-8B56-16DA2E612601}" presName="child" presStyleLbl="alignAccFollowNode1" presStyleIdx="6" presStyleCnt="10">
        <dgm:presLayoutVars>
          <dgm:chMax val="0"/>
          <dgm:bulletEnabled val="1"/>
        </dgm:presLayoutVars>
      </dgm:prSet>
      <dgm:spPr/>
    </dgm:pt>
    <dgm:pt modelId="{CC6A66EE-C774-4CD9-A512-C67178FF2F02}" type="pres">
      <dgm:prSet presAssocID="{DACEF7C6-4348-45B1-B51F-3E9257FAD18F}" presName="sibTrans" presStyleLbl="sibTrans2D1" presStyleIdx="7" presStyleCnt="10"/>
      <dgm:spPr/>
    </dgm:pt>
    <dgm:pt modelId="{F478DF65-15B8-4745-9628-00E40467D24D}" type="pres">
      <dgm:prSet presAssocID="{93235452-CC32-4D0F-81DD-9B7D412B1EE2}" presName="child" presStyleLbl="alignAccFollowNode1" presStyleIdx="7" presStyleCnt="10">
        <dgm:presLayoutVars>
          <dgm:chMax val="0"/>
          <dgm:bulletEnabled val="1"/>
        </dgm:presLayoutVars>
      </dgm:prSet>
      <dgm:spPr/>
    </dgm:pt>
    <dgm:pt modelId="{88A1D060-DD05-440F-A6A2-A9EDDC80C418}" type="pres">
      <dgm:prSet presAssocID="{5E01898C-0D2D-4995-AD13-1D30A0FD8DEC}" presName="sibTrans" presStyleLbl="sibTrans2D1" presStyleIdx="8" presStyleCnt="10"/>
      <dgm:spPr/>
    </dgm:pt>
    <dgm:pt modelId="{69EA73B8-E437-4656-9A67-C50190FA1AB2}" type="pres">
      <dgm:prSet presAssocID="{E921788C-C4AF-4716-9D6C-C50C215ADA6F}" presName="child" presStyleLbl="alignAccFollowNode1" presStyleIdx="8" presStyleCnt="10">
        <dgm:presLayoutVars>
          <dgm:chMax val="0"/>
          <dgm:bulletEnabled val="1"/>
        </dgm:presLayoutVars>
      </dgm:prSet>
      <dgm:spPr/>
    </dgm:pt>
    <dgm:pt modelId="{AC6C0A5A-70A9-4ACD-A21C-226285D404CC}" type="pres">
      <dgm:prSet presAssocID="{9E1078F5-75E0-4432-900E-CCFA7C9C1318}" presName="sibTrans" presStyleLbl="sibTrans2D1" presStyleIdx="9" presStyleCnt="10"/>
      <dgm:spPr/>
    </dgm:pt>
    <dgm:pt modelId="{AD510500-F6BB-4607-BC21-05C24F7A2565}" type="pres">
      <dgm:prSet presAssocID="{02507AC4-7B34-4AEE-928F-90E85D2E6589}" presName="child" presStyleLbl="alignAccFollowNode1" presStyleIdx="9" presStyleCnt="10">
        <dgm:presLayoutVars>
          <dgm:chMax val="0"/>
          <dgm:bulletEnabled val="1"/>
        </dgm:presLayoutVars>
      </dgm:prSet>
      <dgm:spPr/>
    </dgm:pt>
  </dgm:ptLst>
  <dgm:cxnLst>
    <dgm:cxn modelId="{657DC500-230C-411E-A2B2-FEF02B3EC145}" type="presOf" srcId="{9E1078F5-75E0-4432-900E-CCFA7C9C1318}" destId="{AC6C0A5A-70A9-4ACD-A21C-226285D404CC}" srcOrd="0" destOrd="0" presId="urn:microsoft.com/office/officeart/2005/8/layout/lProcess1"/>
    <dgm:cxn modelId="{FA1B150D-E716-4234-94D7-11F035E03FB6}" srcId="{079E2728-7E00-4671-9386-1B0B4FF30CD4}" destId="{99B233E0-92DD-4202-8B56-16DA2E612601}" srcOrd="1" destOrd="0" parTransId="{04E6826B-3486-429C-9233-91CBD39F8EA8}" sibTransId="{DACEF7C6-4348-45B1-B51F-3E9257FAD18F}"/>
    <dgm:cxn modelId="{7D2C060E-AEF0-4F8F-A797-AFA12E1149B7}" srcId="{65F64A9F-C91B-45DC-8E56-7A577387B3A0}" destId="{079E2728-7E00-4671-9386-1B0B4FF30CD4}" srcOrd="2" destOrd="0" parTransId="{21C82D25-4893-4D61-8CD1-5D83FE595E11}" sibTransId="{3D596DAF-8369-49B4-B781-1113AEBC6031}"/>
    <dgm:cxn modelId="{726D4D1B-F96B-479D-BBBD-8805B0CFA1CE}" type="presOf" srcId="{5BDC755E-379C-43DE-AEC5-A55277C5BCF7}" destId="{8181E4DF-0857-484D-BD7C-2C48D5C438FE}" srcOrd="0" destOrd="0" presId="urn:microsoft.com/office/officeart/2005/8/layout/lProcess1"/>
    <dgm:cxn modelId="{9E32581C-49C4-48FF-A5A9-C67A3F345577}" srcId="{65F64A9F-C91B-45DC-8E56-7A577387B3A0}" destId="{5BAFE591-052F-48AF-84EE-C27F8398EC8A}" srcOrd="1" destOrd="0" parTransId="{535B3DEF-EDBE-413A-86DA-BF54679D300E}" sibTransId="{6339726C-98C8-4F7A-BFD6-FD336CC3862D}"/>
    <dgm:cxn modelId="{9B03A11C-472C-4D95-9B76-47241794ACA5}" type="presOf" srcId="{DACEF7C6-4348-45B1-B51F-3E9257FAD18F}" destId="{CC6A66EE-C774-4CD9-A512-C67178FF2F02}" srcOrd="0" destOrd="0" presId="urn:microsoft.com/office/officeart/2005/8/layout/lProcess1"/>
    <dgm:cxn modelId="{8792531E-39AE-4F48-866C-7AB12392B517}" type="presOf" srcId="{7F19C781-5937-4B2C-8C2D-CF6E10F57BA9}" destId="{15C51DED-07F9-4054-925D-F1BB905D1F1C}" srcOrd="0" destOrd="0" presId="urn:microsoft.com/office/officeart/2005/8/layout/lProcess1"/>
    <dgm:cxn modelId="{F38ABC20-BAFA-4F74-BA34-D8562B57EDA6}" type="presOf" srcId="{8183C098-7ADB-4BC0-8294-0A06D72160C0}" destId="{076305B6-4EB5-48C8-B450-41E6333D5DA1}" srcOrd="0" destOrd="0" presId="urn:microsoft.com/office/officeart/2005/8/layout/lProcess1"/>
    <dgm:cxn modelId="{4339EA23-4915-4C3A-834D-76595DB5A090}" type="presOf" srcId="{F4C8D614-7A1C-4D10-ADD9-1EBD55B79A72}" destId="{D18CFD65-3E5D-4F30-A21E-1168CBA39CC4}" srcOrd="0" destOrd="0" presId="urn:microsoft.com/office/officeart/2005/8/layout/lProcess1"/>
    <dgm:cxn modelId="{7457C92E-886B-4F30-A894-662BB041755E}" srcId="{5BAFE591-052F-48AF-84EE-C27F8398EC8A}" destId="{E7AACCCD-4145-4237-B8E9-9D847D6E09E8}" srcOrd="1" destOrd="0" parTransId="{11C6FF17-85DD-41C8-9482-52E52C017F5B}" sibTransId="{7F19C781-5937-4B2C-8C2D-CF6E10F57BA9}"/>
    <dgm:cxn modelId="{99850C34-A261-45B0-AF2C-C94571F10D62}" srcId="{079E2728-7E00-4671-9386-1B0B4FF30CD4}" destId="{93235452-CC32-4D0F-81DD-9B7D412B1EE2}" srcOrd="2" destOrd="0" parTransId="{6CCC5275-B008-472D-987D-4CA673444CD1}" sibTransId="{5E01898C-0D2D-4995-AD13-1D30A0FD8DEC}"/>
    <dgm:cxn modelId="{F11CE436-A1B2-4D41-8020-33074623D277}" type="presOf" srcId="{5E01898C-0D2D-4995-AD13-1D30A0FD8DEC}" destId="{88A1D060-DD05-440F-A6A2-A9EDDC80C418}" srcOrd="0" destOrd="0" presId="urn:microsoft.com/office/officeart/2005/8/layout/lProcess1"/>
    <dgm:cxn modelId="{B433C73B-EA83-4C4A-80C6-295B8950CBA5}" type="presOf" srcId="{079E2728-7E00-4671-9386-1B0B4FF30CD4}" destId="{3BF80311-7304-4BB7-92C7-CA7F692C1117}" srcOrd="0" destOrd="0" presId="urn:microsoft.com/office/officeart/2005/8/layout/lProcess1"/>
    <dgm:cxn modelId="{5907F345-7C9F-4C2D-8098-AF4F60719081}" type="presOf" srcId="{E7AACCCD-4145-4237-B8E9-9D847D6E09E8}" destId="{DC9BF456-B8EF-4D6B-8AE9-01729941A65F}" srcOrd="0" destOrd="0" presId="urn:microsoft.com/office/officeart/2005/8/layout/lProcess1"/>
    <dgm:cxn modelId="{A5B22846-B05F-4A8C-9D48-B12135E772CE}" type="presOf" srcId="{65F64A9F-C91B-45DC-8E56-7A577387B3A0}" destId="{A22CD161-3650-4665-AB9E-19CB086827F6}" srcOrd="0" destOrd="0" presId="urn:microsoft.com/office/officeart/2005/8/layout/lProcess1"/>
    <dgm:cxn modelId="{BB175148-1310-45DE-969B-2A34FABD97C2}" type="presOf" srcId="{67D310DA-5026-46F3-B53A-DE69698753F8}" destId="{6339D757-DBFE-4CA6-A432-2B7D2D571518}" srcOrd="0" destOrd="0" presId="urn:microsoft.com/office/officeart/2005/8/layout/lProcess1"/>
    <dgm:cxn modelId="{809B8653-E070-4AF9-8F7E-6F48B9148561}" type="presOf" srcId="{E921788C-C4AF-4716-9D6C-C50C215ADA6F}" destId="{69EA73B8-E437-4656-9A67-C50190FA1AB2}" srcOrd="0" destOrd="0" presId="urn:microsoft.com/office/officeart/2005/8/layout/lProcess1"/>
    <dgm:cxn modelId="{7B9F636E-9777-4442-A664-590FBFFD8916}" type="presOf" srcId="{C7D8F719-2D2C-4348-917E-6E3B0FE64651}" destId="{4BB5B4A8-F616-41D2-B66E-7A8D393B9C3A}" srcOrd="0" destOrd="0" presId="urn:microsoft.com/office/officeart/2005/8/layout/lProcess1"/>
    <dgm:cxn modelId="{D4C4A76F-7A94-4DDB-9EEF-703643AE7933}" type="presOf" srcId="{D52C0F21-AB48-4636-B1E4-3001BCB46206}" destId="{2E42D14E-6D3B-4D7F-9001-2332D697C3FE}" srcOrd="0" destOrd="0" presId="urn:microsoft.com/office/officeart/2005/8/layout/lProcess1"/>
    <dgm:cxn modelId="{242AF275-7648-4EFD-AD95-29BA0AECBBDE}" type="presOf" srcId="{C1C25A49-68C5-4538-9D7D-E35E947910AF}" destId="{C22CFA39-AC2E-4A30-B84E-B1EE14FE6802}" srcOrd="0" destOrd="0" presId="urn:microsoft.com/office/officeart/2005/8/layout/lProcess1"/>
    <dgm:cxn modelId="{721A2F80-41E8-4494-95B7-ABD7775F4C7E}" type="presOf" srcId="{93235452-CC32-4D0F-81DD-9B7D412B1EE2}" destId="{F478DF65-15B8-4745-9628-00E40467D24D}" srcOrd="0" destOrd="0" presId="urn:microsoft.com/office/officeart/2005/8/layout/lProcess1"/>
    <dgm:cxn modelId="{45421881-F75A-484F-A3B6-89244786A555}" srcId="{079E2728-7E00-4671-9386-1B0B4FF30CD4}" destId="{8183C098-7ADB-4BC0-8294-0A06D72160C0}" srcOrd="0" destOrd="0" parTransId="{D9D7A3DD-E3E7-43FE-B02F-8EDA086203EB}" sibTransId="{78945414-1A44-413E-92CC-804A36824B4A}"/>
    <dgm:cxn modelId="{F5C80583-96E7-45FE-B565-8EE6FACDCBE5}" srcId="{079E2728-7E00-4671-9386-1B0B4FF30CD4}" destId="{02507AC4-7B34-4AEE-928F-90E85D2E6589}" srcOrd="4" destOrd="0" parTransId="{7AA73846-D3DF-406A-A598-47117881274C}" sibTransId="{3272B8C0-45FC-40CF-86A1-5AFBCE8E6BEB}"/>
    <dgm:cxn modelId="{2F062385-51EB-41F1-99BB-12F45FA4BA74}" srcId="{F4C8D614-7A1C-4D10-ADD9-1EBD55B79A72}" destId="{D52C0F21-AB48-4636-B1E4-3001BCB46206}" srcOrd="1" destOrd="0" parTransId="{1EE0ECEC-3887-4321-944F-BE43E52D924C}" sibTransId="{13FCEE34-9607-4F2C-A90F-95600059D9FF}"/>
    <dgm:cxn modelId="{DBAE6685-E36C-490F-9609-CCA2D2FED80D}" type="presOf" srcId="{5A607B1D-7230-4275-80B5-31E9AA1E0450}" destId="{DDB99CC6-957E-4946-BAC7-E70CBD1947C3}" srcOrd="0" destOrd="0" presId="urn:microsoft.com/office/officeart/2005/8/layout/lProcess1"/>
    <dgm:cxn modelId="{1C7E8E87-5458-4933-8351-AC40DA51AE09}" type="presOf" srcId="{AC400E6B-2746-453F-BD60-26BE62C5D8D0}" destId="{005D3D20-BC20-4933-955A-B01A98738F37}" srcOrd="0" destOrd="0" presId="urn:microsoft.com/office/officeart/2005/8/layout/lProcess1"/>
    <dgm:cxn modelId="{2132929C-C436-4BE1-951E-19F87499EFFA}" type="presOf" srcId="{5BAFE591-052F-48AF-84EE-C27F8398EC8A}" destId="{0A5750AF-52B2-4791-9968-861E89F7D9E8}" srcOrd="0" destOrd="0" presId="urn:microsoft.com/office/officeart/2005/8/layout/lProcess1"/>
    <dgm:cxn modelId="{68D3489E-B497-4724-9C66-A2E8BFABB98D}" type="presOf" srcId="{78945414-1A44-413E-92CC-804A36824B4A}" destId="{9ADD873F-BDB1-4522-9A13-C5D45D1339A4}" srcOrd="0" destOrd="0" presId="urn:microsoft.com/office/officeart/2005/8/layout/lProcess1"/>
    <dgm:cxn modelId="{6E6FF8B0-93AE-4750-9B0D-CDE5ECC7FC20}" type="presOf" srcId="{D9D7A3DD-E3E7-43FE-B02F-8EDA086203EB}" destId="{331B324C-5C14-4D4E-B92F-2A1BA457AFC6}" srcOrd="0" destOrd="0" presId="urn:microsoft.com/office/officeart/2005/8/layout/lProcess1"/>
    <dgm:cxn modelId="{3EE4BAB2-C9FF-47E7-830C-EE63C52A53DF}" srcId="{079E2728-7E00-4671-9386-1B0B4FF30CD4}" destId="{E921788C-C4AF-4716-9D6C-C50C215ADA6F}" srcOrd="3" destOrd="0" parTransId="{61B82C27-4393-413A-8598-4B2305ED1CBE}" sibTransId="{9E1078F5-75E0-4432-900E-CCFA7C9C1318}"/>
    <dgm:cxn modelId="{FB879CD0-7C12-4A78-B9D6-20F3A692C090}" srcId="{F4C8D614-7A1C-4D10-ADD9-1EBD55B79A72}" destId="{67D310DA-5026-46F3-B53A-DE69698753F8}" srcOrd="0" destOrd="0" parTransId="{B12E93A4-FF86-4D74-8A21-E20075AC0A09}" sibTransId="{5A607B1D-7230-4275-80B5-31E9AA1E0450}"/>
    <dgm:cxn modelId="{0BB385D3-4883-4AAE-A93F-C7859A4369F3}" type="presOf" srcId="{02507AC4-7B34-4AEE-928F-90E85D2E6589}" destId="{AD510500-F6BB-4607-BC21-05C24F7A2565}" srcOrd="0" destOrd="0" presId="urn:microsoft.com/office/officeart/2005/8/layout/lProcess1"/>
    <dgm:cxn modelId="{DBCC3AD9-A210-4F4C-8A64-007D310F0090}" srcId="{5BAFE591-052F-48AF-84EE-C27F8398EC8A}" destId="{C7D8F719-2D2C-4348-917E-6E3B0FE64651}" srcOrd="0" destOrd="0" parTransId="{C1C25A49-68C5-4538-9D7D-E35E947910AF}" sibTransId="{AC400E6B-2746-453F-BD60-26BE62C5D8D0}"/>
    <dgm:cxn modelId="{A1F255D9-A914-4919-A15E-4B91A946D87A}" type="presOf" srcId="{99B233E0-92DD-4202-8B56-16DA2E612601}" destId="{042C850B-B93E-45F1-BBF0-5E278C4E0E90}" srcOrd="0" destOrd="0" presId="urn:microsoft.com/office/officeart/2005/8/layout/lProcess1"/>
    <dgm:cxn modelId="{302344DF-BC9E-4859-821D-BC64F5A6F37C}" type="presOf" srcId="{B12E93A4-FF86-4D74-8A21-E20075AC0A09}" destId="{D9B10AD5-5B2F-4D98-B39A-7906A1A35F15}" srcOrd="0" destOrd="0" presId="urn:microsoft.com/office/officeart/2005/8/layout/lProcess1"/>
    <dgm:cxn modelId="{71E07DE0-9A5B-4D36-B600-EA4A175357E9}" srcId="{5BAFE591-052F-48AF-84EE-C27F8398EC8A}" destId="{5BDC755E-379C-43DE-AEC5-A55277C5BCF7}" srcOrd="2" destOrd="0" parTransId="{C119F0C7-A257-450C-8F43-38FCC4BBC64C}" sibTransId="{11BF28EB-83E8-4809-BBF8-2D5BB1D0005A}"/>
    <dgm:cxn modelId="{8DCEC5F1-7FB2-401B-ACC1-485D0B4BBD50}" srcId="{65F64A9F-C91B-45DC-8E56-7A577387B3A0}" destId="{F4C8D614-7A1C-4D10-ADD9-1EBD55B79A72}" srcOrd="0" destOrd="0" parTransId="{B5F2120D-2767-4F23-9C46-DC9C1D2168CF}" sibTransId="{4147935C-77F1-4618-9FC4-4378A22ABE5D}"/>
    <dgm:cxn modelId="{5579CCFC-FA93-4CA1-AC4B-56A42FDB2D60}" type="presParOf" srcId="{A22CD161-3650-4665-AB9E-19CB086827F6}" destId="{9666DF6D-A121-4BE6-8B51-FE1F148A78BD}" srcOrd="0" destOrd="0" presId="urn:microsoft.com/office/officeart/2005/8/layout/lProcess1"/>
    <dgm:cxn modelId="{C6CD6C15-DA9E-41D6-98D5-6AA58D189CB3}" type="presParOf" srcId="{9666DF6D-A121-4BE6-8B51-FE1F148A78BD}" destId="{D18CFD65-3E5D-4F30-A21E-1168CBA39CC4}" srcOrd="0" destOrd="0" presId="urn:microsoft.com/office/officeart/2005/8/layout/lProcess1"/>
    <dgm:cxn modelId="{FA3444F3-957A-4CFC-8A43-20F8F8CD20BC}" type="presParOf" srcId="{9666DF6D-A121-4BE6-8B51-FE1F148A78BD}" destId="{D9B10AD5-5B2F-4D98-B39A-7906A1A35F15}" srcOrd="1" destOrd="0" presId="urn:microsoft.com/office/officeart/2005/8/layout/lProcess1"/>
    <dgm:cxn modelId="{4278C673-41E0-4C26-85BA-82400A772A1C}" type="presParOf" srcId="{9666DF6D-A121-4BE6-8B51-FE1F148A78BD}" destId="{6339D757-DBFE-4CA6-A432-2B7D2D571518}" srcOrd="2" destOrd="0" presId="urn:microsoft.com/office/officeart/2005/8/layout/lProcess1"/>
    <dgm:cxn modelId="{31E99AB4-21D3-494B-858D-3F61B30ACEAC}" type="presParOf" srcId="{9666DF6D-A121-4BE6-8B51-FE1F148A78BD}" destId="{DDB99CC6-957E-4946-BAC7-E70CBD1947C3}" srcOrd="3" destOrd="0" presId="urn:microsoft.com/office/officeart/2005/8/layout/lProcess1"/>
    <dgm:cxn modelId="{DCF58797-EEAE-4A9B-BC48-BE9FA537153F}" type="presParOf" srcId="{9666DF6D-A121-4BE6-8B51-FE1F148A78BD}" destId="{2E42D14E-6D3B-4D7F-9001-2332D697C3FE}" srcOrd="4" destOrd="0" presId="urn:microsoft.com/office/officeart/2005/8/layout/lProcess1"/>
    <dgm:cxn modelId="{A232071A-5A34-4069-B554-541E96616075}" type="presParOf" srcId="{A22CD161-3650-4665-AB9E-19CB086827F6}" destId="{954FB650-560E-4E85-8801-E3696E5C8529}" srcOrd="1" destOrd="0" presId="urn:microsoft.com/office/officeart/2005/8/layout/lProcess1"/>
    <dgm:cxn modelId="{C0E7779F-7FB9-4B72-8A92-E8FB625EB21B}" type="presParOf" srcId="{A22CD161-3650-4665-AB9E-19CB086827F6}" destId="{D437F0FB-B828-413E-BEE2-5D13BB061707}" srcOrd="2" destOrd="0" presId="urn:microsoft.com/office/officeart/2005/8/layout/lProcess1"/>
    <dgm:cxn modelId="{25DBC853-7019-47AB-A485-DB5282A5FBDF}" type="presParOf" srcId="{D437F0FB-B828-413E-BEE2-5D13BB061707}" destId="{0A5750AF-52B2-4791-9968-861E89F7D9E8}" srcOrd="0" destOrd="0" presId="urn:microsoft.com/office/officeart/2005/8/layout/lProcess1"/>
    <dgm:cxn modelId="{96FC2D49-0B9B-4CB5-9629-9AE98F6A12CB}" type="presParOf" srcId="{D437F0FB-B828-413E-BEE2-5D13BB061707}" destId="{C22CFA39-AC2E-4A30-B84E-B1EE14FE6802}" srcOrd="1" destOrd="0" presId="urn:microsoft.com/office/officeart/2005/8/layout/lProcess1"/>
    <dgm:cxn modelId="{9F76BCF1-A205-40E0-AD17-1B1C25874F53}" type="presParOf" srcId="{D437F0FB-B828-413E-BEE2-5D13BB061707}" destId="{4BB5B4A8-F616-41D2-B66E-7A8D393B9C3A}" srcOrd="2" destOrd="0" presId="urn:microsoft.com/office/officeart/2005/8/layout/lProcess1"/>
    <dgm:cxn modelId="{EFFE3551-60A6-4609-BEC2-AEDC230038AC}" type="presParOf" srcId="{D437F0FB-B828-413E-BEE2-5D13BB061707}" destId="{005D3D20-BC20-4933-955A-B01A98738F37}" srcOrd="3" destOrd="0" presId="urn:microsoft.com/office/officeart/2005/8/layout/lProcess1"/>
    <dgm:cxn modelId="{CFAA4295-8897-4902-AFBB-9880CEC876E5}" type="presParOf" srcId="{D437F0FB-B828-413E-BEE2-5D13BB061707}" destId="{DC9BF456-B8EF-4D6B-8AE9-01729941A65F}" srcOrd="4" destOrd="0" presId="urn:microsoft.com/office/officeart/2005/8/layout/lProcess1"/>
    <dgm:cxn modelId="{12A19806-3B5C-4730-99AA-4A56EBA65302}" type="presParOf" srcId="{D437F0FB-B828-413E-BEE2-5D13BB061707}" destId="{15C51DED-07F9-4054-925D-F1BB905D1F1C}" srcOrd="5" destOrd="0" presId="urn:microsoft.com/office/officeart/2005/8/layout/lProcess1"/>
    <dgm:cxn modelId="{559A4B89-3E6F-4906-924A-C4BC2662F877}" type="presParOf" srcId="{D437F0FB-B828-413E-BEE2-5D13BB061707}" destId="{8181E4DF-0857-484D-BD7C-2C48D5C438FE}" srcOrd="6" destOrd="0" presId="urn:microsoft.com/office/officeart/2005/8/layout/lProcess1"/>
    <dgm:cxn modelId="{F89E0F76-082A-4738-9CA2-3D20799EC3F7}" type="presParOf" srcId="{A22CD161-3650-4665-AB9E-19CB086827F6}" destId="{D524441D-25A5-47D9-8683-38BDAFDA1BD1}" srcOrd="3" destOrd="0" presId="urn:microsoft.com/office/officeart/2005/8/layout/lProcess1"/>
    <dgm:cxn modelId="{744D3ADE-9D06-44DE-AFA9-5878993816A0}" type="presParOf" srcId="{A22CD161-3650-4665-AB9E-19CB086827F6}" destId="{4F4B1F6D-8665-4E91-8383-DBA5D161E018}" srcOrd="4" destOrd="0" presId="urn:microsoft.com/office/officeart/2005/8/layout/lProcess1"/>
    <dgm:cxn modelId="{362F3936-0357-4F12-B906-0ACB26619D2C}" type="presParOf" srcId="{4F4B1F6D-8665-4E91-8383-DBA5D161E018}" destId="{3BF80311-7304-4BB7-92C7-CA7F692C1117}" srcOrd="0" destOrd="0" presId="urn:microsoft.com/office/officeart/2005/8/layout/lProcess1"/>
    <dgm:cxn modelId="{84B67990-9F49-4640-AE36-3D02D7DD3FA4}" type="presParOf" srcId="{4F4B1F6D-8665-4E91-8383-DBA5D161E018}" destId="{331B324C-5C14-4D4E-B92F-2A1BA457AFC6}" srcOrd="1" destOrd="0" presId="urn:microsoft.com/office/officeart/2005/8/layout/lProcess1"/>
    <dgm:cxn modelId="{61F2725C-EFB9-4EEE-8153-D25B7A5A2756}" type="presParOf" srcId="{4F4B1F6D-8665-4E91-8383-DBA5D161E018}" destId="{076305B6-4EB5-48C8-B450-41E6333D5DA1}" srcOrd="2" destOrd="0" presId="urn:microsoft.com/office/officeart/2005/8/layout/lProcess1"/>
    <dgm:cxn modelId="{3B1F8DFE-5C18-4D16-8FB9-1BF3C5CD597F}" type="presParOf" srcId="{4F4B1F6D-8665-4E91-8383-DBA5D161E018}" destId="{9ADD873F-BDB1-4522-9A13-C5D45D1339A4}" srcOrd="3" destOrd="0" presId="urn:microsoft.com/office/officeart/2005/8/layout/lProcess1"/>
    <dgm:cxn modelId="{C215CC65-0E2F-40A7-A1DA-E8E4532E91AD}" type="presParOf" srcId="{4F4B1F6D-8665-4E91-8383-DBA5D161E018}" destId="{042C850B-B93E-45F1-BBF0-5E278C4E0E90}" srcOrd="4" destOrd="0" presId="urn:microsoft.com/office/officeart/2005/8/layout/lProcess1"/>
    <dgm:cxn modelId="{AFC153F5-DF63-4284-9141-CB27BA57FF78}" type="presParOf" srcId="{4F4B1F6D-8665-4E91-8383-DBA5D161E018}" destId="{CC6A66EE-C774-4CD9-A512-C67178FF2F02}" srcOrd="5" destOrd="0" presId="urn:microsoft.com/office/officeart/2005/8/layout/lProcess1"/>
    <dgm:cxn modelId="{AEF957CD-C148-4435-8EC7-8560A73A76AE}" type="presParOf" srcId="{4F4B1F6D-8665-4E91-8383-DBA5D161E018}" destId="{F478DF65-15B8-4745-9628-00E40467D24D}" srcOrd="6" destOrd="0" presId="urn:microsoft.com/office/officeart/2005/8/layout/lProcess1"/>
    <dgm:cxn modelId="{2214F82F-2416-45DA-8A90-27D7E36F4EBE}" type="presParOf" srcId="{4F4B1F6D-8665-4E91-8383-DBA5D161E018}" destId="{88A1D060-DD05-440F-A6A2-A9EDDC80C418}" srcOrd="7" destOrd="0" presId="urn:microsoft.com/office/officeart/2005/8/layout/lProcess1"/>
    <dgm:cxn modelId="{A731044C-CD08-434E-B33D-1BB2474B1943}" type="presParOf" srcId="{4F4B1F6D-8665-4E91-8383-DBA5D161E018}" destId="{69EA73B8-E437-4656-9A67-C50190FA1AB2}" srcOrd="8" destOrd="0" presId="urn:microsoft.com/office/officeart/2005/8/layout/lProcess1"/>
    <dgm:cxn modelId="{251606E3-13B9-49F4-9019-DF71D3101694}" type="presParOf" srcId="{4F4B1F6D-8665-4E91-8383-DBA5D161E018}" destId="{AC6C0A5A-70A9-4ACD-A21C-226285D404CC}" srcOrd="9" destOrd="0" presId="urn:microsoft.com/office/officeart/2005/8/layout/lProcess1"/>
    <dgm:cxn modelId="{6AD5E4D6-ABF7-4A43-800C-1228454BFD8C}" type="presParOf" srcId="{4F4B1F6D-8665-4E91-8383-DBA5D161E018}" destId="{AD510500-F6BB-4607-BC21-05C24F7A2565}" srcOrd="10" destOrd="0" presId="urn:microsoft.com/office/officeart/2005/8/layout/l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5F64A9F-C91B-45DC-8E56-7A577387B3A0}" type="doc">
      <dgm:prSet loTypeId="urn:microsoft.com/office/officeart/2009/3/layout/StepUpProcess" loCatId="process" qsTypeId="urn:microsoft.com/office/officeart/2005/8/quickstyle/simple1" qsCatId="simple" csTypeId="urn:microsoft.com/office/officeart/2005/8/colors/accent1_2" csCatId="accent1" phldr="1"/>
      <dgm:spPr/>
      <dgm:t>
        <a:bodyPr/>
        <a:lstStyle/>
        <a:p>
          <a:endParaRPr lang="en-US"/>
        </a:p>
      </dgm:t>
    </dgm:pt>
    <dgm:pt modelId="{F4C8D614-7A1C-4D10-ADD9-1EBD55B79A72}">
      <dgm:prSet phldrT="[Text]"/>
      <dgm:spPr/>
      <dgm:t>
        <a:bodyPr/>
        <a:lstStyle/>
        <a:p>
          <a:r>
            <a:rPr lang="en-US" dirty="0"/>
            <a:t>Pretesting</a:t>
          </a:r>
        </a:p>
      </dgm:t>
    </dgm:pt>
    <dgm:pt modelId="{B5F2120D-2767-4F23-9C46-DC9C1D2168CF}" type="parTrans" cxnId="{8DCEC5F1-7FB2-401B-ACC1-485D0B4BBD50}">
      <dgm:prSet/>
      <dgm:spPr/>
      <dgm:t>
        <a:bodyPr/>
        <a:lstStyle/>
        <a:p>
          <a:endParaRPr lang="en-US"/>
        </a:p>
      </dgm:t>
    </dgm:pt>
    <dgm:pt modelId="{4147935C-77F1-4618-9FC4-4378A22ABE5D}" type="sibTrans" cxnId="{8DCEC5F1-7FB2-401B-ACC1-485D0B4BBD50}">
      <dgm:prSet/>
      <dgm:spPr/>
      <dgm:t>
        <a:bodyPr/>
        <a:lstStyle/>
        <a:p>
          <a:endParaRPr lang="en-US"/>
        </a:p>
      </dgm:t>
    </dgm:pt>
    <dgm:pt modelId="{67D310DA-5026-46F3-B53A-DE69698753F8}">
      <dgm:prSet phldrT="[Text]"/>
      <dgm:spPr/>
      <dgm:t>
        <a:bodyPr/>
        <a:lstStyle/>
        <a:p>
          <a:r>
            <a:rPr lang="en-US" dirty="0"/>
            <a:t>Small sample</a:t>
          </a:r>
        </a:p>
      </dgm:t>
    </dgm:pt>
    <dgm:pt modelId="{B12E93A4-FF86-4D74-8A21-E20075AC0A09}" type="parTrans" cxnId="{FB879CD0-7C12-4A78-B9D6-20F3A692C090}">
      <dgm:prSet/>
      <dgm:spPr/>
      <dgm:t>
        <a:bodyPr/>
        <a:lstStyle/>
        <a:p>
          <a:endParaRPr lang="en-US"/>
        </a:p>
      </dgm:t>
    </dgm:pt>
    <dgm:pt modelId="{5A607B1D-7230-4275-80B5-31E9AA1E0450}" type="sibTrans" cxnId="{FB879CD0-7C12-4A78-B9D6-20F3A692C090}">
      <dgm:prSet/>
      <dgm:spPr/>
      <dgm:t>
        <a:bodyPr/>
        <a:lstStyle/>
        <a:p>
          <a:endParaRPr lang="en-US"/>
        </a:p>
      </dgm:t>
    </dgm:pt>
    <dgm:pt modelId="{5BAFE591-052F-48AF-84EE-C27F8398EC8A}">
      <dgm:prSet phldrT="[Text]"/>
      <dgm:spPr/>
      <dgm:t>
        <a:bodyPr/>
        <a:lstStyle/>
        <a:p>
          <a:r>
            <a:rPr lang="en-US" dirty="0"/>
            <a:t>Pilot test</a:t>
          </a:r>
        </a:p>
      </dgm:t>
    </dgm:pt>
    <dgm:pt modelId="{535B3DEF-EDBE-413A-86DA-BF54679D300E}" type="parTrans" cxnId="{9E32581C-49C4-48FF-A5A9-C67A3F345577}">
      <dgm:prSet/>
      <dgm:spPr/>
      <dgm:t>
        <a:bodyPr/>
        <a:lstStyle/>
        <a:p>
          <a:endParaRPr lang="en-US"/>
        </a:p>
      </dgm:t>
    </dgm:pt>
    <dgm:pt modelId="{6339726C-98C8-4F7A-BFD6-FD336CC3862D}" type="sibTrans" cxnId="{9E32581C-49C4-48FF-A5A9-C67A3F345577}">
      <dgm:prSet/>
      <dgm:spPr/>
      <dgm:t>
        <a:bodyPr/>
        <a:lstStyle/>
        <a:p>
          <a:endParaRPr lang="en-US"/>
        </a:p>
      </dgm:t>
    </dgm:pt>
    <dgm:pt modelId="{C7D8F719-2D2C-4348-917E-6E3B0FE64651}">
      <dgm:prSet phldrT="[Text]"/>
      <dgm:spPr/>
      <dgm:t>
        <a:bodyPr/>
        <a:lstStyle/>
        <a:p>
          <a:r>
            <a:rPr lang="en-US" dirty="0"/>
            <a:t>Larger sample (30~100 participants)</a:t>
          </a:r>
        </a:p>
      </dgm:t>
    </dgm:pt>
    <dgm:pt modelId="{C1C25A49-68C5-4538-9D7D-E35E947910AF}" type="parTrans" cxnId="{DBCC3AD9-A210-4F4C-8A64-007D310F0090}">
      <dgm:prSet/>
      <dgm:spPr/>
      <dgm:t>
        <a:bodyPr/>
        <a:lstStyle/>
        <a:p>
          <a:endParaRPr lang="en-US"/>
        </a:p>
      </dgm:t>
    </dgm:pt>
    <dgm:pt modelId="{AC400E6B-2746-453F-BD60-26BE62C5D8D0}" type="sibTrans" cxnId="{DBCC3AD9-A210-4F4C-8A64-007D310F0090}">
      <dgm:prSet/>
      <dgm:spPr/>
      <dgm:t>
        <a:bodyPr/>
        <a:lstStyle/>
        <a:p>
          <a:endParaRPr lang="en-US"/>
        </a:p>
      </dgm:t>
    </dgm:pt>
    <dgm:pt modelId="{079E2728-7E00-4671-9386-1B0B4FF30CD4}">
      <dgm:prSet phldrT="[Text]"/>
      <dgm:spPr/>
      <dgm:t>
        <a:bodyPr/>
        <a:lstStyle/>
        <a:p>
          <a:r>
            <a:rPr lang="en-US" dirty="0"/>
            <a:t>Field testing (final administration)</a:t>
          </a:r>
        </a:p>
      </dgm:t>
    </dgm:pt>
    <dgm:pt modelId="{21C82D25-4893-4D61-8CD1-5D83FE595E11}" type="parTrans" cxnId="{7D2C060E-AEF0-4F8F-A797-AFA12E1149B7}">
      <dgm:prSet/>
      <dgm:spPr/>
      <dgm:t>
        <a:bodyPr/>
        <a:lstStyle/>
        <a:p>
          <a:endParaRPr lang="en-US"/>
        </a:p>
      </dgm:t>
    </dgm:pt>
    <dgm:pt modelId="{3D596DAF-8369-49B4-B781-1113AEBC6031}" type="sibTrans" cxnId="{7D2C060E-AEF0-4F8F-A797-AFA12E1149B7}">
      <dgm:prSet/>
      <dgm:spPr/>
      <dgm:t>
        <a:bodyPr/>
        <a:lstStyle/>
        <a:p>
          <a:endParaRPr lang="en-US"/>
        </a:p>
      </dgm:t>
    </dgm:pt>
    <dgm:pt modelId="{8183C098-7ADB-4BC0-8294-0A06D72160C0}">
      <dgm:prSet phldrT="[Text]"/>
      <dgm:spPr/>
      <dgm:t>
        <a:bodyPr/>
        <a:lstStyle/>
        <a:p>
          <a:r>
            <a:rPr lang="en-US" dirty="0"/>
            <a:t>Larger sample</a:t>
          </a:r>
        </a:p>
      </dgm:t>
    </dgm:pt>
    <dgm:pt modelId="{D9D7A3DD-E3E7-43FE-B02F-8EDA086203EB}" type="parTrans" cxnId="{45421881-F75A-484F-A3B6-89244786A555}">
      <dgm:prSet/>
      <dgm:spPr/>
      <dgm:t>
        <a:bodyPr/>
        <a:lstStyle/>
        <a:p>
          <a:endParaRPr lang="en-US"/>
        </a:p>
      </dgm:t>
    </dgm:pt>
    <dgm:pt modelId="{78945414-1A44-413E-92CC-804A36824B4A}" type="sibTrans" cxnId="{45421881-F75A-484F-A3B6-89244786A555}">
      <dgm:prSet/>
      <dgm:spPr/>
      <dgm:t>
        <a:bodyPr/>
        <a:lstStyle/>
        <a:p>
          <a:endParaRPr lang="en-US"/>
        </a:p>
      </dgm:t>
    </dgm:pt>
    <dgm:pt modelId="{ECB659F8-89EC-4293-9D3A-5361BF5D276A}">
      <dgm:prSet phldrT="[Text]"/>
      <dgm:spPr/>
      <dgm:t>
        <a:bodyPr/>
        <a:lstStyle/>
        <a:p>
          <a:r>
            <a:rPr lang="en-US" dirty="0"/>
            <a:t>Cognitive interview</a:t>
          </a:r>
        </a:p>
      </dgm:t>
    </dgm:pt>
    <dgm:pt modelId="{033F7FDA-F2C4-46B0-BDDE-C804AD0E2B62}" type="parTrans" cxnId="{475325D0-C1E5-477F-B257-D53434BC0D75}">
      <dgm:prSet/>
      <dgm:spPr/>
      <dgm:t>
        <a:bodyPr/>
        <a:lstStyle/>
        <a:p>
          <a:endParaRPr lang="en-US"/>
        </a:p>
      </dgm:t>
    </dgm:pt>
    <dgm:pt modelId="{EB7615F5-09C3-493F-A3D9-0B194DD8C4A4}" type="sibTrans" cxnId="{475325D0-C1E5-477F-B257-D53434BC0D75}">
      <dgm:prSet/>
      <dgm:spPr/>
      <dgm:t>
        <a:bodyPr/>
        <a:lstStyle/>
        <a:p>
          <a:endParaRPr lang="en-US"/>
        </a:p>
      </dgm:t>
    </dgm:pt>
    <dgm:pt modelId="{2809E7B7-137B-42C0-AE33-F089449EDF70}">
      <dgm:prSet phldrT="[Text]"/>
      <dgm:spPr/>
      <dgm:t>
        <a:bodyPr/>
        <a:lstStyle/>
        <a:p>
          <a:r>
            <a:rPr lang="en-US" dirty="0"/>
            <a:t>Calculate reliability</a:t>
          </a:r>
        </a:p>
      </dgm:t>
    </dgm:pt>
    <dgm:pt modelId="{D4C4FA22-E4D5-43A1-BBEB-A4B49A79FBAE}" type="parTrans" cxnId="{A0E5EE82-5C3F-44E6-98B9-80FFB3984081}">
      <dgm:prSet/>
      <dgm:spPr/>
      <dgm:t>
        <a:bodyPr/>
        <a:lstStyle/>
        <a:p>
          <a:endParaRPr lang="en-US"/>
        </a:p>
      </dgm:t>
    </dgm:pt>
    <dgm:pt modelId="{CEC5F39A-3678-48E7-B871-3759B0271FBA}" type="sibTrans" cxnId="{A0E5EE82-5C3F-44E6-98B9-80FFB3984081}">
      <dgm:prSet/>
      <dgm:spPr/>
      <dgm:t>
        <a:bodyPr/>
        <a:lstStyle/>
        <a:p>
          <a:endParaRPr lang="en-US"/>
        </a:p>
      </dgm:t>
    </dgm:pt>
    <dgm:pt modelId="{05EDF7E5-C35E-49ED-A241-AB5E2580EE92}">
      <dgm:prSet phldrT="[Text]"/>
      <dgm:spPr/>
      <dgm:t>
        <a:bodyPr/>
        <a:lstStyle/>
        <a:p>
          <a:r>
            <a:rPr lang="en-US" dirty="0"/>
            <a:t>Find item quality statistics</a:t>
          </a:r>
        </a:p>
      </dgm:t>
    </dgm:pt>
    <dgm:pt modelId="{EDAA029B-3E19-445E-BE58-16761DC882E7}" type="parTrans" cxnId="{EF6A5319-8E76-4AAB-8754-056EF1E35416}">
      <dgm:prSet/>
      <dgm:spPr/>
      <dgm:t>
        <a:bodyPr/>
        <a:lstStyle/>
        <a:p>
          <a:endParaRPr lang="en-US"/>
        </a:p>
      </dgm:t>
    </dgm:pt>
    <dgm:pt modelId="{2E5FC4A9-C613-45BC-9A8D-02CA44E58305}" type="sibTrans" cxnId="{EF6A5319-8E76-4AAB-8754-056EF1E35416}">
      <dgm:prSet/>
      <dgm:spPr/>
      <dgm:t>
        <a:bodyPr/>
        <a:lstStyle/>
        <a:p>
          <a:endParaRPr lang="en-US"/>
        </a:p>
      </dgm:t>
    </dgm:pt>
    <dgm:pt modelId="{FFB4B4E9-78E1-409F-AD37-4EA2BD0DCCFA}">
      <dgm:prSet phldrT="[Text]"/>
      <dgm:spPr/>
      <dgm:t>
        <a:bodyPr/>
        <a:lstStyle/>
        <a:p>
          <a:r>
            <a:rPr lang="en-US" dirty="0"/>
            <a:t>Reliability estimates</a:t>
          </a:r>
        </a:p>
      </dgm:t>
    </dgm:pt>
    <dgm:pt modelId="{FF891AB9-A54E-40E7-999E-73DAF93CC50F}" type="parTrans" cxnId="{04E21F06-7B8F-4688-8E6D-7B309D6483C7}">
      <dgm:prSet/>
      <dgm:spPr/>
      <dgm:t>
        <a:bodyPr/>
        <a:lstStyle/>
        <a:p>
          <a:endParaRPr lang="en-US"/>
        </a:p>
      </dgm:t>
    </dgm:pt>
    <dgm:pt modelId="{34E9125B-0D08-4844-B0BB-8E79C54B837B}" type="sibTrans" cxnId="{04E21F06-7B8F-4688-8E6D-7B309D6483C7}">
      <dgm:prSet/>
      <dgm:spPr/>
      <dgm:t>
        <a:bodyPr/>
        <a:lstStyle/>
        <a:p>
          <a:endParaRPr lang="en-US"/>
        </a:p>
      </dgm:t>
    </dgm:pt>
    <dgm:pt modelId="{592B313A-63D4-4541-938B-8166E9AA152B}">
      <dgm:prSet phldrT="[Text]"/>
      <dgm:spPr/>
      <dgm:t>
        <a:bodyPr/>
        <a:lstStyle/>
        <a:p>
          <a:r>
            <a:rPr lang="en-US" dirty="0"/>
            <a:t>Validity evidence</a:t>
          </a:r>
        </a:p>
      </dgm:t>
    </dgm:pt>
    <dgm:pt modelId="{58D75A96-C434-4ABD-BACF-6E8D381502B0}" type="parTrans" cxnId="{137BD0D4-C8A2-438B-813A-DA52D526EED8}">
      <dgm:prSet/>
      <dgm:spPr/>
      <dgm:t>
        <a:bodyPr/>
        <a:lstStyle/>
        <a:p>
          <a:endParaRPr lang="en-US"/>
        </a:p>
      </dgm:t>
    </dgm:pt>
    <dgm:pt modelId="{7BD96B51-5E17-44CB-B4BC-F52C755D1975}" type="sibTrans" cxnId="{137BD0D4-C8A2-438B-813A-DA52D526EED8}">
      <dgm:prSet/>
      <dgm:spPr/>
      <dgm:t>
        <a:bodyPr/>
        <a:lstStyle/>
        <a:p>
          <a:endParaRPr lang="en-US"/>
        </a:p>
      </dgm:t>
    </dgm:pt>
    <dgm:pt modelId="{3731C216-91F5-44AB-9174-E2AAD701D79E}">
      <dgm:prSet phldrT="[Text]"/>
      <dgm:spPr/>
      <dgm:t>
        <a:bodyPr/>
        <a:lstStyle/>
        <a:p>
          <a:r>
            <a:rPr lang="en-US" dirty="0"/>
            <a:t>Item quality evidence</a:t>
          </a:r>
        </a:p>
      </dgm:t>
    </dgm:pt>
    <dgm:pt modelId="{64373D2B-4BC5-4FEA-8802-3FF5BC13E2B8}" type="parTrans" cxnId="{30E8F3A6-4BC5-4733-A40E-F815D8A45A2D}">
      <dgm:prSet/>
      <dgm:spPr/>
      <dgm:t>
        <a:bodyPr/>
        <a:lstStyle/>
        <a:p>
          <a:endParaRPr lang="en-US"/>
        </a:p>
      </dgm:t>
    </dgm:pt>
    <dgm:pt modelId="{26FE5037-A9A1-4B46-BD97-26A2FD7EE2D7}" type="sibTrans" cxnId="{30E8F3A6-4BC5-4733-A40E-F815D8A45A2D}">
      <dgm:prSet/>
      <dgm:spPr/>
      <dgm:t>
        <a:bodyPr/>
        <a:lstStyle/>
        <a:p>
          <a:endParaRPr lang="en-US"/>
        </a:p>
      </dgm:t>
    </dgm:pt>
    <dgm:pt modelId="{2046B6A0-C858-6042-A3EB-CD9CB0C78BCD}">
      <dgm:prSet phldrT="[Text]"/>
      <dgm:spPr/>
      <dgm:t>
        <a:bodyPr/>
        <a:lstStyle/>
        <a:p>
          <a:r>
            <a:rPr lang="en-US" dirty="0"/>
            <a:t>Expert review</a:t>
          </a:r>
        </a:p>
      </dgm:t>
    </dgm:pt>
    <dgm:pt modelId="{A0032677-C520-944B-8077-23A0DF569584}" type="parTrans" cxnId="{10F530B4-E3BE-6C4F-A0F9-9FDFD3CB3CE7}">
      <dgm:prSet/>
      <dgm:spPr/>
      <dgm:t>
        <a:bodyPr/>
        <a:lstStyle/>
        <a:p>
          <a:endParaRPr lang="en-US"/>
        </a:p>
      </dgm:t>
    </dgm:pt>
    <dgm:pt modelId="{B65971F7-6EC8-0448-83C7-5CB4824DFF71}" type="sibTrans" cxnId="{10F530B4-E3BE-6C4F-A0F9-9FDFD3CB3CE7}">
      <dgm:prSet/>
      <dgm:spPr/>
      <dgm:t>
        <a:bodyPr/>
        <a:lstStyle/>
        <a:p>
          <a:endParaRPr lang="en-US"/>
        </a:p>
      </dgm:t>
    </dgm:pt>
    <dgm:pt modelId="{2E53A3CA-4ED1-4CCF-962E-7C7DD3657CBF}" type="pres">
      <dgm:prSet presAssocID="{65F64A9F-C91B-45DC-8E56-7A577387B3A0}" presName="rootnode" presStyleCnt="0">
        <dgm:presLayoutVars>
          <dgm:chMax/>
          <dgm:chPref/>
          <dgm:dir/>
          <dgm:animLvl val="lvl"/>
        </dgm:presLayoutVars>
      </dgm:prSet>
      <dgm:spPr/>
    </dgm:pt>
    <dgm:pt modelId="{C010B278-C6C5-40C6-9A6E-7AE38894A878}" type="pres">
      <dgm:prSet presAssocID="{F4C8D614-7A1C-4D10-ADD9-1EBD55B79A72}" presName="composite" presStyleCnt="0"/>
      <dgm:spPr/>
    </dgm:pt>
    <dgm:pt modelId="{0B1A849D-BE7B-417E-A24C-D3AA7EFF0F69}" type="pres">
      <dgm:prSet presAssocID="{F4C8D614-7A1C-4D10-ADD9-1EBD55B79A72}" presName="LShape" presStyleLbl="alignNode1" presStyleIdx="0" presStyleCnt="5"/>
      <dgm:spPr/>
    </dgm:pt>
    <dgm:pt modelId="{33FCB8D6-5229-456E-ACF7-A33239E9D3ED}" type="pres">
      <dgm:prSet presAssocID="{F4C8D614-7A1C-4D10-ADD9-1EBD55B79A72}" presName="ParentText" presStyleLbl="revTx" presStyleIdx="0" presStyleCnt="3">
        <dgm:presLayoutVars>
          <dgm:chMax val="0"/>
          <dgm:chPref val="0"/>
          <dgm:bulletEnabled val="1"/>
        </dgm:presLayoutVars>
      </dgm:prSet>
      <dgm:spPr/>
    </dgm:pt>
    <dgm:pt modelId="{D1097EA5-AE70-4231-A6B1-4596E10076BC}" type="pres">
      <dgm:prSet presAssocID="{F4C8D614-7A1C-4D10-ADD9-1EBD55B79A72}" presName="Triangle" presStyleLbl="alignNode1" presStyleIdx="1" presStyleCnt="5"/>
      <dgm:spPr/>
    </dgm:pt>
    <dgm:pt modelId="{B90A4D01-CEDF-46A3-B629-73D1050B0E1D}" type="pres">
      <dgm:prSet presAssocID="{4147935C-77F1-4618-9FC4-4378A22ABE5D}" presName="sibTrans" presStyleCnt="0"/>
      <dgm:spPr/>
    </dgm:pt>
    <dgm:pt modelId="{17C9DC7F-BB32-4DA0-A7AD-AC673255E2D8}" type="pres">
      <dgm:prSet presAssocID="{4147935C-77F1-4618-9FC4-4378A22ABE5D}" presName="space" presStyleCnt="0"/>
      <dgm:spPr/>
    </dgm:pt>
    <dgm:pt modelId="{218736BE-39F3-4DB2-BB31-B61528944DAF}" type="pres">
      <dgm:prSet presAssocID="{5BAFE591-052F-48AF-84EE-C27F8398EC8A}" presName="composite" presStyleCnt="0"/>
      <dgm:spPr/>
    </dgm:pt>
    <dgm:pt modelId="{CFFC423B-15B5-403B-8D57-14C82D5992D0}" type="pres">
      <dgm:prSet presAssocID="{5BAFE591-052F-48AF-84EE-C27F8398EC8A}" presName="LShape" presStyleLbl="alignNode1" presStyleIdx="2" presStyleCnt="5"/>
      <dgm:spPr/>
    </dgm:pt>
    <dgm:pt modelId="{1C7F67BD-4B51-40CD-8843-16BA7E486D29}" type="pres">
      <dgm:prSet presAssocID="{5BAFE591-052F-48AF-84EE-C27F8398EC8A}" presName="ParentText" presStyleLbl="revTx" presStyleIdx="1" presStyleCnt="3">
        <dgm:presLayoutVars>
          <dgm:chMax val="0"/>
          <dgm:chPref val="0"/>
          <dgm:bulletEnabled val="1"/>
        </dgm:presLayoutVars>
      </dgm:prSet>
      <dgm:spPr/>
    </dgm:pt>
    <dgm:pt modelId="{8A97A2B7-7535-42AA-BCF1-51E5BC643410}" type="pres">
      <dgm:prSet presAssocID="{5BAFE591-052F-48AF-84EE-C27F8398EC8A}" presName="Triangle" presStyleLbl="alignNode1" presStyleIdx="3" presStyleCnt="5"/>
      <dgm:spPr/>
    </dgm:pt>
    <dgm:pt modelId="{D999D81B-0E55-47DD-87B5-9C62F296E321}" type="pres">
      <dgm:prSet presAssocID="{6339726C-98C8-4F7A-BFD6-FD336CC3862D}" presName="sibTrans" presStyleCnt="0"/>
      <dgm:spPr/>
    </dgm:pt>
    <dgm:pt modelId="{8A5AC70F-6E1F-4D49-AA4F-7C2E378E40EB}" type="pres">
      <dgm:prSet presAssocID="{6339726C-98C8-4F7A-BFD6-FD336CC3862D}" presName="space" presStyleCnt="0"/>
      <dgm:spPr/>
    </dgm:pt>
    <dgm:pt modelId="{78B674D0-0B8B-4058-9F10-C74D8100AFC1}" type="pres">
      <dgm:prSet presAssocID="{079E2728-7E00-4671-9386-1B0B4FF30CD4}" presName="composite" presStyleCnt="0"/>
      <dgm:spPr/>
    </dgm:pt>
    <dgm:pt modelId="{CCF0D499-6FC7-4DE5-8564-3ED0024D14B9}" type="pres">
      <dgm:prSet presAssocID="{079E2728-7E00-4671-9386-1B0B4FF30CD4}" presName="LShape" presStyleLbl="alignNode1" presStyleIdx="4" presStyleCnt="5"/>
      <dgm:spPr/>
    </dgm:pt>
    <dgm:pt modelId="{781384B7-49E9-40AB-9F2B-E3B72B11D4E8}" type="pres">
      <dgm:prSet presAssocID="{079E2728-7E00-4671-9386-1B0B4FF30CD4}" presName="ParentText" presStyleLbl="revTx" presStyleIdx="2" presStyleCnt="3">
        <dgm:presLayoutVars>
          <dgm:chMax val="0"/>
          <dgm:chPref val="0"/>
          <dgm:bulletEnabled val="1"/>
        </dgm:presLayoutVars>
      </dgm:prSet>
      <dgm:spPr/>
    </dgm:pt>
  </dgm:ptLst>
  <dgm:cxnLst>
    <dgm:cxn modelId="{04E21F06-7B8F-4688-8E6D-7B309D6483C7}" srcId="{079E2728-7E00-4671-9386-1B0B4FF30CD4}" destId="{FFB4B4E9-78E1-409F-AD37-4EA2BD0DCCFA}" srcOrd="1" destOrd="0" parTransId="{FF891AB9-A54E-40E7-999E-73DAF93CC50F}" sibTransId="{34E9125B-0D08-4844-B0BB-8E79C54B837B}"/>
    <dgm:cxn modelId="{7D2C060E-AEF0-4F8F-A797-AFA12E1149B7}" srcId="{65F64A9F-C91B-45DC-8E56-7A577387B3A0}" destId="{079E2728-7E00-4671-9386-1B0B4FF30CD4}" srcOrd="2" destOrd="0" parTransId="{21C82D25-4893-4D61-8CD1-5D83FE595E11}" sibTransId="{3D596DAF-8369-49B4-B781-1113AEBC6031}"/>
    <dgm:cxn modelId="{5562A010-CE6B-4B51-A518-54D2039BC50B}" type="presOf" srcId="{C7D8F719-2D2C-4348-917E-6E3B0FE64651}" destId="{1C7F67BD-4B51-40CD-8843-16BA7E486D29}" srcOrd="0" destOrd="1" presId="urn:microsoft.com/office/officeart/2009/3/layout/StepUpProcess"/>
    <dgm:cxn modelId="{EF6A5319-8E76-4AAB-8754-056EF1E35416}" srcId="{5BAFE591-052F-48AF-84EE-C27F8398EC8A}" destId="{05EDF7E5-C35E-49ED-A241-AB5E2580EE92}" srcOrd="2" destOrd="0" parTransId="{EDAA029B-3E19-445E-BE58-16761DC882E7}" sibTransId="{2E5FC4A9-C613-45BC-9A8D-02CA44E58305}"/>
    <dgm:cxn modelId="{9E32581C-49C4-48FF-A5A9-C67A3F345577}" srcId="{65F64A9F-C91B-45DC-8E56-7A577387B3A0}" destId="{5BAFE591-052F-48AF-84EE-C27F8398EC8A}" srcOrd="1" destOrd="0" parTransId="{535B3DEF-EDBE-413A-86DA-BF54679D300E}" sibTransId="{6339726C-98C8-4F7A-BFD6-FD336CC3862D}"/>
    <dgm:cxn modelId="{64CD145D-CB9E-48FE-904F-DFCBF6F45B4F}" type="presOf" srcId="{F4C8D614-7A1C-4D10-ADD9-1EBD55B79A72}" destId="{33FCB8D6-5229-456E-ACF7-A33239E9D3ED}" srcOrd="0" destOrd="0" presId="urn:microsoft.com/office/officeart/2009/3/layout/StepUpProcess"/>
    <dgm:cxn modelId="{C8902568-EEDC-42DB-B7B6-F5E7F2CE0BD7}" type="presOf" srcId="{65F64A9F-C91B-45DC-8E56-7A577387B3A0}" destId="{2E53A3CA-4ED1-4CCF-962E-7C7DD3657CBF}" srcOrd="0" destOrd="0" presId="urn:microsoft.com/office/officeart/2009/3/layout/StepUpProcess"/>
    <dgm:cxn modelId="{0D593D79-CAFC-BD4F-8481-F77C0C15CAED}" type="presOf" srcId="{2046B6A0-C858-6042-A3EB-CD9CB0C78BCD}" destId="{33FCB8D6-5229-456E-ACF7-A33239E9D3ED}" srcOrd="0" destOrd="2" presId="urn:microsoft.com/office/officeart/2009/3/layout/StepUpProcess"/>
    <dgm:cxn modelId="{45421881-F75A-484F-A3B6-89244786A555}" srcId="{079E2728-7E00-4671-9386-1B0B4FF30CD4}" destId="{8183C098-7ADB-4BC0-8294-0A06D72160C0}" srcOrd="0" destOrd="0" parTransId="{D9D7A3DD-E3E7-43FE-B02F-8EDA086203EB}" sibTransId="{78945414-1A44-413E-92CC-804A36824B4A}"/>
    <dgm:cxn modelId="{A0E5EE82-5C3F-44E6-98B9-80FFB3984081}" srcId="{5BAFE591-052F-48AF-84EE-C27F8398EC8A}" destId="{2809E7B7-137B-42C0-AE33-F089449EDF70}" srcOrd="1" destOrd="0" parTransId="{D4C4FA22-E4D5-43A1-BBEB-A4B49A79FBAE}" sibTransId="{CEC5F39A-3678-48E7-B871-3759B0271FBA}"/>
    <dgm:cxn modelId="{0B53E998-EC47-4FC2-8247-F1C41496F445}" type="presOf" srcId="{05EDF7E5-C35E-49ED-A241-AB5E2580EE92}" destId="{1C7F67BD-4B51-40CD-8843-16BA7E486D29}" srcOrd="0" destOrd="3" presId="urn:microsoft.com/office/officeart/2009/3/layout/StepUpProcess"/>
    <dgm:cxn modelId="{F86054A0-CD99-487C-BCCA-10A7FBBF966F}" type="presOf" srcId="{FFB4B4E9-78E1-409F-AD37-4EA2BD0DCCFA}" destId="{781384B7-49E9-40AB-9F2B-E3B72B11D4E8}" srcOrd="0" destOrd="2" presId="urn:microsoft.com/office/officeart/2009/3/layout/StepUpProcess"/>
    <dgm:cxn modelId="{30E8F3A6-4BC5-4733-A40E-F815D8A45A2D}" srcId="{079E2728-7E00-4671-9386-1B0B4FF30CD4}" destId="{3731C216-91F5-44AB-9174-E2AAD701D79E}" srcOrd="3" destOrd="0" parTransId="{64373D2B-4BC5-4FEA-8802-3FF5BC13E2B8}" sibTransId="{26FE5037-A9A1-4B46-BD97-26A2FD7EE2D7}"/>
    <dgm:cxn modelId="{148A53AF-4508-42BD-A981-F18A30A5CC25}" type="presOf" srcId="{67D310DA-5026-46F3-B53A-DE69698753F8}" destId="{33FCB8D6-5229-456E-ACF7-A33239E9D3ED}" srcOrd="0" destOrd="1" presId="urn:microsoft.com/office/officeart/2009/3/layout/StepUpProcess"/>
    <dgm:cxn modelId="{10F530B4-E3BE-6C4F-A0F9-9FDFD3CB3CE7}" srcId="{F4C8D614-7A1C-4D10-ADD9-1EBD55B79A72}" destId="{2046B6A0-C858-6042-A3EB-CD9CB0C78BCD}" srcOrd="1" destOrd="0" parTransId="{A0032677-C520-944B-8077-23A0DF569584}" sibTransId="{B65971F7-6EC8-0448-83C7-5CB4824DFF71}"/>
    <dgm:cxn modelId="{10741DBB-20BD-4154-807F-71FBF3B9330D}" type="presOf" srcId="{079E2728-7E00-4671-9386-1B0B4FF30CD4}" destId="{781384B7-49E9-40AB-9F2B-E3B72B11D4E8}" srcOrd="0" destOrd="0" presId="urn:microsoft.com/office/officeart/2009/3/layout/StepUpProcess"/>
    <dgm:cxn modelId="{475325D0-C1E5-477F-B257-D53434BC0D75}" srcId="{F4C8D614-7A1C-4D10-ADD9-1EBD55B79A72}" destId="{ECB659F8-89EC-4293-9D3A-5361BF5D276A}" srcOrd="2" destOrd="0" parTransId="{033F7FDA-F2C4-46B0-BDDE-C804AD0E2B62}" sibTransId="{EB7615F5-09C3-493F-A3D9-0B194DD8C4A4}"/>
    <dgm:cxn modelId="{FB879CD0-7C12-4A78-B9D6-20F3A692C090}" srcId="{F4C8D614-7A1C-4D10-ADD9-1EBD55B79A72}" destId="{67D310DA-5026-46F3-B53A-DE69698753F8}" srcOrd="0" destOrd="0" parTransId="{B12E93A4-FF86-4D74-8A21-E20075AC0A09}" sibTransId="{5A607B1D-7230-4275-80B5-31E9AA1E0450}"/>
    <dgm:cxn modelId="{CBD752D2-6E0E-485D-81AF-D9FACBA0983D}" type="presOf" srcId="{ECB659F8-89EC-4293-9D3A-5361BF5D276A}" destId="{33FCB8D6-5229-456E-ACF7-A33239E9D3ED}" srcOrd="0" destOrd="3" presId="urn:microsoft.com/office/officeart/2009/3/layout/StepUpProcess"/>
    <dgm:cxn modelId="{BD88C1D2-1C74-49EF-B4A5-7A81657A2650}" type="presOf" srcId="{2809E7B7-137B-42C0-AE33-F089449EDF70}" destId="{1C7F67BD-4B51-40CD-8843-16BA7E486D29}" srcOrd="0" destOrd="2" presId="urn:microsoft.com/office/officeart/2009/3/layout/StepUpProcess"/>
    <dgm:cxn modelId="{137BD0D4-C8A2-438B-813A-DA52D526EED8}" srcId="{079E2728-7E00-4671-9386-1B0B4FF30CD4}" destId="{592B313A-63D4-4541-938B-8166E9AA152B}" srcOrd="2" destOrd="0" parTransId="{58D75A96-C434-4ABD-BACF-6E8D381502B0}" sibTransId="{7BD96B51-5E17-44CB-B4BC-F52C755D1975}"/>
    <dgm:cxn modelId="{DBCC3AD9-A210-4F4C-8A64-007D310F0090}" srcId="{5BAFE591-052F-48AF-84EE-C27F8398EC8A}" destId="{C7D8F719-2D2C-4348-917E-6E3B0FE64651}" srcOrd="0" destOrd="0" parTransId="{C1C25A49-68C5-4538-9D7D-E35E947910AF}" sibTransId="{AC400E6B-2746-453F-BD60-26BE62C5D8D0}"/>
    <dgm:cxn modelId="{77F1E1DE-C467-406F-9DBB-FD89F8BAF735}" type="presOf" srcId="{8183C098-7ADB-4BC0-8294-0A06D72160C0}" destId="{781384B7-49E9-40AB-9F2B-E3B72B11D4E8}" srcOrd="0" destOrd="1" presId="urn:microsoft.com/office/officeart/2009/3/layout/StepUpProcess"/>
    <dgm:cxn modelId="{31BFACE9-F900-47CD-865B-6C562B1C5A65}" type="presOf" srcId="{592B313A-63D4-4541-938B-8166E9AA152B}" destId="{781384B7-49E9-40AB-9F2B-E3B72B11D4E8}" srcOrd="0" destOrd="3" presId="urn:microsoft.com/office/officeart/2009/3/layout/StepUpProcess"/>
    <dgm:cxn modelId="{8DCEC5F1-7FB2-401B-ACC1-485D0B4BBD50}" srcId="{65F64A9F-C91B-45DC-8E56-7A577387B3A0}" destId="{F4C8D614-7A1C-4D10-ADD9-1EBD55B79A72}" srcOrd="0" destOrd="0" parTransId="{B5F2120D-2767-4F23-9C46-DC9C1D2168CF}" sibTransId="{4147935C-77F1-4618-9FC4-4378A22ABE5D}"/>
    <dgm:cxn modelId="{3C453CFD-E8D3-4426-91D2-D4DBDB518347}" type="presOf" srcId="{5BAFE591-052F-48AF-84EE-C27F8398EC8A}" destId="{1C7F67BD-4B51-40CD-8843-16BA7E486D29}" srcOrd="0" destOrd="0" presId="urn:microsoft.com/office/officeart/2009/3/layout/StepUpProcess"/>
    <dgm:cxn modelId="{73FFA9FD-42F8-4919-9595-908126773A01}" type="presOf" srcId="{3731C216-91F5-44AB-9174-E2AAD701D79E}" destId="{781384B7-49E9-40AB-9F2B-E3B72B11D4E8}" srcOrd="0" destOrd="4" presId="urn:microsoft.com/office/officeart/2009/3/layout/StepUpProcess"/>
    <dgm:cxn modelId="{29612602-89A6-4C58-959B-592AFA1C9A35}" type="presParOf" srcId="{2E53A3CA-4ED1-4CCF-962E-7C7DD3657CBF}" destId="{C010B278-C6C5-40C6-9A6E-7AE38894A878}" srcOrd="0" destOrd="0" presId="urn:microsoft.com/office/officeart/2009/3/layout/StepUpProcess"/>
    <dgm:cxn modelId="{1EB909A3-91B9-463B-92CF-AE026AD380B9}" type="presParOf" srcId="{C010B278-C6C5-40C6-9A6E-7AE38894A878}" destId="{0B1A849D-BE7B-417E-A24C-D3AA7EFF0F69}" srcOrd="0" destOrd="0" presId="urn:microsoft.com/office/officeart/2009/3/layout/StepUpProcess"/>
    <dgm:cxn modelId="{07265725-8F2A-4437-84C5-D09344A1F60D}" type="presParOf" srcId="{C010B278-C6C5-40C6-9A6E-7AE38894A878}" destId="{33FCB8D6-5229-456E-ACF7-A33239E9D3ED}" srcOrd="1" destOrd="0" presId="urn:microsoft.com/office/officeart/2009/3/layout/StepUpProcess"/>
    <dgm:cxn modelId="{E0174284-5FA2-4BD3-88F2-F2B7BC40923D}" type="presParOf" srcId="{C010B278-C6C5-40C6-9A6E-7AE38894A878}" destId="{D1097EA5-AE70-4231-A6B1-4596E10076BC}" srcOrd="2" destOrd="0" presId="urn:microsoft.com/office/officeart/2009/3/layout/StepUpProcess"/>
    <dgm:cxn modelId="{D736CED0-DB27-4489-A39B-BC2B749A69E7}" type="presParOf" srcId="{2E53A3CA-4ED1-4CCF-962E-7C7DD3657CBF}" destId="{B90A4D01-CEDF-46A3-B629-73D1050B0E1D}" srcOrd="1" destOrd="0" presId="urn:microsoft.com/office/officeart/2009/3/layout/StepUpProcess"/>
    <dgm:cxn modelId="{0FF9882B-2AEA-4232-9E35-E0A2DCCBEF4D}" type="presParOf" srcId="{B90A4D01-CEDF-46A3-B629-73D1050B0E1D}" destId="{17C9DC7F-BB32-4DA0-A7AD-AC673255E2D8}" srcOrd="0" destOrd="0" presId="urn:microsoft.com/office/officeart/2009/3/layout/StepUpProcess"/>
    <dgm:cxn modelId="{010EEED5-076E-4CDA-B913-ABAECE185531}" type="presParOf" srcId="{2E53A3CA-4ED1-4CCF-962E-7C7DD3657CBF}" destId="{218736BE-39F3-4DB2-BB31-B61528944DAF}" srcOrd="2" destOrd="0" presId="urn:microsoft.com/office/officeart/2009/3/layout/StepUpProcess"/>
    <dgm:cxn modelId="{C86E4820-AB6E-4273-80CB-5B53AD90C111}" type="presParOf" srcId="{218736BE-39F3-4DB2-BB31-B61528944DAF}" destId="{CFFC423B-15B5-403B-8D57-14C82D5992D0}" srcOrd="0" destOrd="0" presId="urn:microsoft.com/office/officeart/2009/3/layout/StepUpProcess"/>
    <dgm:cxn modelId="{9F6669FF-6C2E-4A83-AC48-FD63197F0DF9}" type="presParOf" srcId="{218736BE-39F3-4DB2-BB31-B61528944DAF}" destId="{1C7F67BD-4B51-40CD-8843-16BA7E486D29}" srcOrd="1" destOrd="0" presId="urn:microsoft.com/office/officeart/2009/3/layout/StepUpProcess"/>
    <dgm:cxn modelId="{3F58947C-60D2-402B-BEB8-1CC0A72A4B72}" type="presParOf" srcId="{218736BE-39F3-4DB2-BB31-B61528944DAF}" destId="{8A97A2B7-7535-42AA-BCF1-51E5BC643410}" srcOrd="2" destOrd="0" presId="urn:microsoft.com/office/officeart/2009/3/layout/StepUpProcess"/>
    <dgm:cxn modelId="{FC4DA57E-DC24-459D-BED4-79893BC0E11E}" type="presParOf" srcId="{2E53A3CA-4ED1-4CCF-962E-7C7DD3657CBF}" destId="{D999D81B-0E55-47DD-87B5-9C62F296E321}" srcOrd="3" destOrd="0" presId="urn:microsoft.com/office/officeart/2009/3/layout/StepUpProcess"/>
    <dgm:cxn modelId="{595603CF-9A8F-45A7-9E4B-1571D27B6C06}" type="presParOf" srcId="{D999D81B-0E55-47DD-87B5-9C62F296E321}" destId="{8A5AC70F-6E1F-4D49-AA4F-7C2E378E40EB}" srcOrd="0" destOrd="0" presId="urn:microsoft.com/office/officeart/2009/3/layout/StepUpProcess"/>
    <dgm:cxn modelId="{31F881AC-7431-422A-AA26-47DDBAAD0AD4}" type="presParOf" srcId="{2E53A3CA-4ED1-4CCF-962E-7C7DD3657CBF}" destId="{78B674D0-0B8B-4058-9F10-C74D8100AFC1}" srcOrd="4" destOrd="0" presId="urn:microsoft.com/office/officeart/2009/3/layout/StepUpProcess"/>
    <dgm:cxn modelId="{610DC07C-D6DA-46A4-8BD3-6A3C40579744}" type="presParOf" srcId="{78B674D0-0B8B-4058-9F10-C74D8100AFC1}" destId="{CCF0D499-6FC7-4DE5-8564-3ED0024D14B9}" srcOrd="0" destOrd="0" presId="urn:microsoft.com/office/officeart/2009/3/layout/StepUpProcess"/>
    <dgm:cxn modelId="{5EDD984A-801D-478D-BA98-76465E2DB923}" type="presParOf" srcId="{78B674D0-0B8B-4058-9F10-C74D8100AFC1}" destId="{781384B7-49E9-40AB-9F2B-E3B72B11D4E8}" srcOrd="1" destOrd="0" presId="urn:microsoft.com/office/officeart/2009/3/layout/StepUpProces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5F64A9F-C91B-45DC-8E56-7A577387B3A0}" type="doc">
      <dgm:prSet loTypeId="urn:microsoft.com/office/officeart/2005/8/layout/process3" loCatId="process" qsTypeId="urn:microsoft.com/office/officeart/2005/8/quickstyle/simple1" qsCatId="simple" csTypeId="urn:microsoft.com/office/officeart/2005/8/colors/accent1_2" csCatId="accent1" phldr="1"/>
      <dgm:spPr/>
      <dgm:t>
        <a:bodyPr/>
        <a:lstStyle/>
        <a:p>
          <a:endParaRPr lang="en-US"/>
        </a:p>
      </dgm:t>
    </dgm:pt>
    <dgm:pt modelId="{F4C8D614-7A1C-4D10-ADD9-1EBD55B79A72}">
      <dgm:prSet phldrT="[Text]"/>
      <dgm:spPr/>
      <dgm:t>
        <a:bodyPr/>
        <a:lstStyle/>
        <a:p>
          <a:r>
            <a:rPr lang="en-US" dirty="0"/>
            <a:t>Draw a sample</a:t>
          </a:r>
        </a:p>
      </dgm:t>
    </dgm:pt>
    <dgm:pt modelId="{B5F2120D-2767-4F23-9C46-DC9C1D2168CF}" type="parTrans" cxnId="{8DCEC5F1-7FB2-401B-ACC1-485D0B4BBD50}">
      <dgm:prSet/>
      <dgm:spPr/>
      <dgm:t>
        <a:bodyPr/>
        <a:lstStyle/>
        <a:p>
          <a:endParaRPr lang="en-US"/>
        </a:p>
      </dgm:t>
    </dgm:pt>
    <dgm:pt modelId="{4147935C-77F1-4618-9FC4-4378A22ABE5D}" type="sibTrans" cxnId="{8DCEC5F1-7FB2-401B-ACC1-485D0B4BBD50}">
      <dgm:prSet/>
      <dgm:spPr/>
      <dgm:t>
        <a:bodyPr/>
        <a:lstStyle/>
        <a:p>
          <a:endParaRPr lang="en-US"/>
        </a:p>
      </dgm:t>
    </dgm:pt>
    <dgm:pt modelId="{67D310DA-5026-46F3-B53A-DE69698753F8}">
      <dgm:prSet phldrT="[Text]"/>
      <dgm:spPr/>
      <dgm:t>
        <a:bodyPr/>
        <a:lstStyle/>
        <a:p>
          <a:r>
            <a:rPr lang="en-US" dirty="0"/>
            <a:t>Calculate sample size</a:t>
          </a:r>
        </a:p>
      </dgm:t>
    </dgm:pt>
    <dgm:pt modelId="{B12E93A4-FF86-4D74-8A21-E20075AC0A09}" type="parTrans" cxnId="{FB879CD0-7C12-4A78-B9D6-20F3A692C090}">
      <dgm:prSet/>
      <dgm:spPr/>
      <dgm:t>
        <a:bodyPr/>
        <a:lstStyle/>
        <a:p>
          <a:endParaRPr lang="en-US"/>
        </a:p>
      </dgm:t>
    </dgm:pt>
    <dgm:pt modelId="{5A607B1D-7230-4275-80B5-31E9AA1E0450}" type="sibTrans" cxnId="{FB879CD0-7C12-4A78-B9D6-20F3A692C090}">
      <dgm:prSet/>
      <dgm:spPr/>
      <dgm:t>
        <a:bodyPr/>
        <a:lstStyle/>
        <a:p>
          <a:endParaRPr lang="en-US"/>
        </a:p>
      </dgm:t>
    </dgm:pt>
    <dgm:pt modelId="{5BAFE591-052F-48AF-84EE-C27F8398EC8A}">
      <dgm:prSet phldrT="[Text]"/>
      <dgm:spPr/>
      <dgm:t>
        <a:bodyPr/>
        <a:lstStyle/>
        <a:p>
          <a:r>
            <a:rPr lang="en-US" dirty="0"/>
            <a:t>Administer the survey</a:t>
          </a:r>
        </a:p>
      </dgm:t>
    </dgm:pt>
    <dgm:pt modelId="{535B3DEF-EDBE-413A-86DA-BF54679D300E}" type="parTrans" cxnId="{9E32581C-49C4-48FF-A5A9-C67A3F345577}">
      <dgm:prSet/>
      <dgm:spPr/>
      <dgm:t>
        <a:bodyPr/>
        <a:lstStyle/>
        <a:p>
          <a:endParaRPr lang="en-US"/>
        </a:p>
      </dgm:t>
    </dgm:pt>
    <dgm:pt modelId="{6339726C-98C8-4F7A-BFD6-FD336CC3862D}" type="sibTrans" cxnId="{9E32581C-49C4-48FF-A5A9-C67A3F345577}">
      <dgm:prSet/>
      <dgm:spPr/>
      <dgm:t>
        <a:bodyPr/>
        <a:lstStyle/>
        <a:p>
          <a:endParaRPr lang="en-US"/>
        </a:p>
      </dgm:t>
    </dgm:pt>
    <dgm:pt modelId="{C7D8F719-2D2C-4348-917E-6E3B0FE64651}">
      <dgm:prSet phldrT="[Text]"/>
      <dgm:spPr/>
      <dgm:t>
        <a:bodyPr/>
        <a:lstStyle/>
        <a:p>
          <a:r>
            <a:rPr lang="en-US" dirty="0"/>
            <a:t>Give the survey based on the survey mode</a:t>
          </a:r>
        </a:p>
      </dgm:t>
    </dgm:pt>
    <dgm:pt modelId="{C1C25A49-68C5-4538-9D7D-E35E947910AF}" type="parTrans" cxnId="{DBCC3AD9-A210-4F4C-8A64-007D310F0090}">
      <dgm:prSet/>
      <dgm:spPr/>
      <dgm:t>
        <a:bodyPr/>
        <a:lstStyle/>
        <a:p>
          <a:endParaRPr lang="en-US"/>
        </a:p>
      </dgm:t>
    </dgm:pt>
    <dgm:pt modelId="{AC400E6B-2746-453F-BD60-26BE62C5D8D0}" type="sibTrans" cxnId="{DBCC3AD9-A210-4F4C-8A64-007D310F0090}">
      <dgm:prSet/>
      <dgm:spPr/>
      <dgm:t>
        <a:bodyPr/>
        <a:lstStyle/>
        <a:p>
          <a:endParaRPr lang="en-US"/>
        </a:p>
      </dgm:t>
    </dgm:pt>
    <dgm:pt modelId="{079E2728-7E00-4671-9386-1B0B4FF30CD4}">
      <dgm:prSet phldrT="[Text]"/>
      <dgm:spPr/>
      <dgm:t>
        <a:bodyPr/>
        <a:lstStyle/>
        <a:p>
          <a:r>
            <a:rPr lang="en-US" dirty="0"/>
            <a:t>Data analysis</a:t>
          </a:r>
        </a:p>
      </dgm:t>
    </dgm:pt>
    <dgm:pt modelId="{21C82D25-4893-4D61-8CD1-5D83FE595E11}" type="parTrans" cxnId="{7D2C060E-AEF0-4F8F-A797-AFA12E1149B7}">
      <dgm:prSet/>
      <dgm:spPr/>
      <dgm:t>
        <a:bodyPr/>
        <a:lstStyle/>
        <a:p>
          <a:endParaRPr lang="en-US"/>
        </a:p>
      </dgm:t>
    </dgm:pt>
    <dgm:pt modelId="{3D596DAF-8369-49B4-B781-1113AEBC6031}" type="sibTrans" cxnId="{7D2C060E-AEF0-4F8F-A797-AFA12E1149B7}">
      <dgm:prSet/>
      <dgm:spPr/>
      <dgm:t>
        <a:bodyPr/>
        <a:lstStyle/>
        <a:p>
          <a:endParaRPr lang="en-US"/>
        </a:p>
      </dgm:t>
    </dgm:pt>
    <dgm:pt modelId="{8183C098-7ADB-4BC0-8294-0A06D72160C0}">
      <dgm:prSet phldrT="[Text]"/>
      <dgm:spPr/>
      <dgm:t>
        <a:bodyPr/>
        <a:lstStyle/>
        <a:p>
          <a:r>
            <a:rPr lang="en-US" dirty="0"/>
            <a:t>Evaluate survey quality</a:t>
          </a:r>
        </a:p>
      </dgm:t>
    </dgm:pt>
    <dgm:pt modelId="{D9D7A3DD-E3E7-43FE-B02F-8EDA086203EB}" type="parTrans" cxnId="{45421881-F75A-484F-A3B6-89244786A555}">
      <dgm:prSet/>
      <dgm:spPr/>
      <dgm:t>
        <a:bodyPr/>
        <a:lstStyle/>
        <a:p>
          <a:endParaRPr lang="en-US"/>
        </a:p>
      </dgm:t>
    </dgm:pt>
    <dgm:pt modelId="{78945414-1A44-413E-92CC-804A36824B4A}" type="sibTrans" cxnId="{45421881-F75A-484F-A3B6-89244786A555}">
      <dgm:prSet/>
      <dgm:spPr/>
      <dgm:t>
        <a:bodyPr/>
        <a:lstStyle/>
        <a:p>
          <a:endParaRPr lang="en-US"/>
        </a:p>
      </dgm:t>
    </dgm:pt>
    <dgm:pt modelId="{DAB6D9CB-8B9F-43F4-85CA-B619C362EA8E}">
      <dgm:prSet phldrT="[Text]"/>
      <dgm:spPr/>
      <dgm:t>
        <a:bodyPr/>
        <a:lstStyle/>
        <a:p>
          <a:r>
            <a:rPr lang="en-US" dirty="0"/>
            <a:t>Draw sample based on sampling plan</a:t>
          </a:r>
        </a:p>
      </dgm:t>
    </dgm:pt>
    <dgm:pt modelId="{268706B8-9B63-40F2-9B7A-B1C545595F35}" type="parTrans" cxnId="{36D8437A-AFF4-4ACD-BF42-4F75A2C3BE87}">
      <dgm:prSet/>
      <dgm:spPr/>
      <dgm:t>
        <a:bodyPr/>
        <a:lstStyle/>
        <a:p>
          <a:endParaRPr lang="en-US"/>
        </a:p>
      </dgm:t>
    </dgm:pt>
    <dgm:pt modelId="{3FEA7C6B-6C60-4327-B31E-A2D76D4F691C}" type="sibTrans" cxnId="{36D8437A-AFF4-4ACD-BF42-4F75A2C3BE87}">
      <dgm:prSet/>
      <dgm:spPr/>
      <dgm:t>
        <a:bodyPr/>
        <a:lstStyle/>
        <a:p>
          <a:endParaRPr lang="en-US"/>
        </a:p>
      </dgm:t>
    </dgm:pt>
    <dgm:pt modelId="{DADE2BF7-FEE2-42FC-9D26-D4A56A892202}">
      <dgm:prSet phldrT="[Text]"/>
      <dgm:spPr/>
      <dgm:t>
        <a:bodyPr/>
        <a:lstStyle/>
        <a:p>
          <a:r>
            <a:rPr lang="en-US" dirty="0"/>
            <a:t>Monitor data collection</a:t>
          </a:r>
        </a:p>
      </dgm:t>
    </dgm:pt>
    <dgm:pt modelId="{97D230ED-0E43-4D3B-A3F0-881BEF7BEAF3}" type="parTrans" cxnId="{8F8E4ECE-C93F-41D9-9367-E17CC063F3C0}">
      <dgm:prSet/>
      <dgm:spPr/>
      <dgm:t>
        <a:bodyPr/>
        <a:lstStyle/>
        <a:p>
          <a:endParaRPr lang="en-US"/>
        </a:p>
      </dgm:t>
    </dgm:pt>
    <dgm:pt modelId="{4D10DCC0-B555-4B4E-9A90-3F47A32E11A9}" type="sibTrans" cxnId="{8F8E4ECE-C93F-41D9-9367-E17CC063F3C0}">
      <dgm:prSet/>
      <dgm:spPr/>
      <dgm:t>
        <a:bodyPr/>
        <a:lstStyle/>
        <a:p>
          <a:endParaRPr lang="en-US"/>
        </a:p>
      </dgm:t>
    </dgm:pt>
    <dgm:pt modelId="{FB839958-3E60-4572-919F-9CE4389AD61A}">
      <dgm:prSet phldrT="[Text]"/>
      <dgm:spPr/>
      <dgm:t>
        <a:bodyPr/>
        <a:lstStyle/>
        <a:p>
          <a:r>
            <a:rPr lang="en-US" dirty="0"/>
            <a:t>Follow up</a:t>
          </a:r>
        </a:p>
      </dgm:t>
    </dgm:pt>
    <dgm:pt modelId="{2111D438-33B9-4B56-89A0-C57D5D08FF91}" type="parTrans" cxnId="{5C6C748A-730E-4822-93B5-BD43086474EC}">
      <dgm:prSet/>
      <dgm:spPr/>
      <dgm:t>
        <a:bodyPr/>
        <a:lstStyle/>
        <a:p>
          <a:endParaRPr lang="en-US"/>
        </a:p>
      </dgm:t>
    </dgm:pt>
    <dgm:pt modelId="{B6B9D42E-4407-496E-9D46-E8ABE41BF980}" type="sibTrans" cxnId="{5C6C748A-730E-4822-93B5-BD43086474EC}">
      <dgm:prSet/>
      <dgm:spPr/>
      <dgm:t>
        <a:bodyPr/>
        <a:lstStyle/>
        <a:p>
          <a:endParaRPr lang="en-US"/>
        </a:p>
      </dgm:t>
    </dgm:pt>
    <dgm:pt modelId="{57B41C9F-28D5-4E46-AF58-19C9FB8770D0}">
      <dgm:prSet phldrT="[Text]"/>
      <dgm:spPr/>
      <dgm:t>
        <a:bodyPr/>
        <a:lstStyle/>
        <a:p>
          <a:r>
            <a:rPr lang="en-US" dirty="0"/>
            <a:t>Conduct analysis </a:t>
          </a:r>
        </a:p>
      </dgm:t>
    </dgm:pt>
    <dgm:pt modelId="{D2CAC077-C90C-4897-B907-A03291210E44}" type="parTrans" cxnId="{890E9A35-9A9C-427B-A156-17A034DACC17}">
      <dgm:prSet/>
      <dgm:spPr/>
      <dgm:t>
        <a:bodyPr/>
        <a:lstStyle/>
        <a:p>
          <a:endParaRPr lang="en-US"/>
        </a:p>
      </dgm:t>
    </dgm:pt>
    <dgm:pt modelId="{69253265-62D1-425A-AFA6-33E20E820B21}" type="sibTrans" cxnId="{890E9A35-9A9C-427B-A156-17A034DACC17}">
      <dgm:prSet/>
      <dgm:spPr/>
      <dgm:t>
        <a:bodyPr/>
        <a:lstStyle/>
        <a:p>
          <a:endParaRPr lang="en-US"/>
        </a:p>
      </dgm:t>
    </dgm:pt>
    <dgm:pt modelId="{0295C969-D184-4F36-AB9D-C8B8A06E0EB2}" type="pres">
      <dgm:prSet presAssocID="{65F64A9F-C91B-45DC-8E56-7A577387B3A0}" presName="linearFlow" presStyleCnt="0">
        <dgm:presLayoutVars>
          <dgm:dir/>
          <dgm:animLvl val="lvl"/>
          <dgm:resizeHandles val="exact"/>
        </dgm:presLayoutVars>
      </dgm:prSet>
      <dgm:spPr/>
    </dgm:pt>
    <dgm:pt modelId="{5619A345-4715-473F-B735-16AE7F95D2EF}" type="pres">
      <dgm:prSet presAssocID="{F4C8D614-7A1C-4D10-ADD9-1EBD55B79A72}" presName="composite" presStyleCnt="0"/>
      <dgm:spPr/>
    </dgm:pt>
    <dgm:pt modelId="{E7603412-9652-47FF-AA67-E65C97789B8C}" type="pres">
      <dgm:prSet presAssocID="{F4C8D614-7A1C-4D10-ADD9-1EBD55B79A72}" presName="parTx" presStyleLbl="node1" presStyleIdx="0" presStyleCnt="3">
        <dgm:presLayoutVars>
          <dgm:chMax val="0"/>
          <dgm:chPref val="0"/>
          <dgm:bulletEnabled val="1"/>
        </dgm:presLayoutVars>
      </dgm:prSet>
      <dgm:spPr/>
    </dgm:pt>
    <dgm:pt modelId="{7689C05E-7E51-454E-A696-388CFC42EC99}" type="pres">
      <dgm:prSet presAssocID="{F4C8D614-7A1C-4D10-ADD9-1EBD55B79A72}" presName="parSh" presStyleLbl="node1" presStyleIdx="0" presStyleCnt="3"/>
      <dgm:spPr/>
    </dgm:pt>
    <dgm:pt modelId="{B1EA518E-F9AA-4BD4-ACEF-F55CA8624072}" type="pres">
      <dgm:prSet presAssocID="{F4C8D614-7A1C-4D10-ADD9-1EBD55B79A72}" presName="desTx" presStyleLbl="fgAcc1" presStyleIdx="0" presStyleCnt="3">
        <dgm:presLayoutVars>
          <dgm:bulletEnabled val="1"/>
        </dgm:presLayoutVars>
      </dgm:prSet>
      <dgm:spPr/>
    </dgm:pt>
    <dgm:pt modelId="{D9286BDA-85CC-4D04-9940-0CFD8C248C77}" type="pres">
      <dgm:prSet presAssocID="{4147935C-77F1-4618-9FC4-4378A22ABE5D}" presName="sibTrans" presStyleLbl="sibTrans2D1" presStyleIdx="0" presStyleCnt="2"/>
      <dgm:spPr/>
    </dgm:pt>
    <dgm:pt modelId="{3D52735E-20E5-4A5B-B8BA-469A8662BB1E}" type="pres">
      <dgm:prSet presAssocID="{4147935C-77F1-4618-9FC4-4378A22ABE5D}" presName="connTx" presStyleLbl="sibTrans2D1" presStyleIdx="0" presStyleCnt="2"/>
      <dgm:spPr/>
    </dgm:pt>
    <dgm:pt modelId="{5DC6EA05-FE06-4FA2-ADEE-133D6911ED09}" type="pres">
      <dgm:prSet presAssocID="{5BAFE591-052F-48AF-84EE-C27F8398EC8A}" presName="composite" presStyleCnt="0"/>
      <dgm:spPr/>
    </dgm:pt>
    <dgm:pt modelId="{AC97BC25-E483-485B-BEBF-3E858A5B8039}" type="pres">
      <dgm:prSet presAssocID="{5BAFE591-052F-48AF-84EE-C27F8398EC8A}" presName="parTx" presStyleLbl="node1" presStyleIdx="0" presStyleCnt="3">
        <dgm:presLayoutVars>
          <dgm:chMax val="0"/>
          <dgm:chPref val="0"/>
          <dgm:bulletEnabled val="1"/>
        </dgm:presLayoutVars>
      </dgm:prSet>
      <dgm:spPr/>
    </dgm:pt>
    <dgm:pt modelId="{0A03ACCB-A2CB-4F17-BCA0-EB928702E899}" type="pres">
      <dgm:prSet presAssocID="{5BAFE591-052F-48AF-84EE-C27F8398EC8A}" presName="parSh" presStyleLbl="node1" presStyleIdx="1" presStyleCnt="3"/>
      <dgm:spPr/>
    </dgm:pt>
    <dgm:pt modelId="{5CFCE012-0CDD-42EC-9857-AABA987FA113}" type="pres">
      <dgm:prSet presAssocID="{5BAFE591-052F-48AF-84EE-C27F8398EC8A}" presName="desTx" presStyleLbl="fgAcc1" presStyleIdx="1" presStyleCnt="3">
        <dgm:presLayoutVars>
          <dgm:bulletEnabled val="1"/>
        </dgm:presLayoutVars>
      </dgm:prSet>
      <dgm:spPr/>
    </dgm:pt>
    <dgm:pt modelId="{DBBFE899-7651-43F4-8E5B-238E63145DA5}" type="pres">
      <dgm:prSet presAssocID="{6339726C-98C8-4F7A-BFD6-FD336CC3862D}" presName="sibTrans" presStyleLbl="sibTrans2D1" presStyleIdx="1" presStyleCnt="2"/>
      <dgm:spPr/>
    </dgm:pt>
    <dgm:pt modelId="{F94A4559-ADFF-45B3-ADC5-021A097A4A6D}" type="pres">
      <dgm:prSet presAssocID="{6339726C-98C8-4F7A-BFD6-FD336CC3862D}" presName="connTx" presStyleLbl="sibTrans2D1" presStyleIdx="1" presStyleCnt="2"/>
      <dgm:spPr/>
    </dgm:pt>
    <dgm:pt modelId="{1C57D452-DAA6-4B90-B18C-A6146C21DD14}" type="pres">
      <dgm:prSet presAssocID="{079E2728-7E00-4671-9386-1B0B4FF30CD4}" presName="composite" presStyleCnt="0"/>
      <dgm:spPr/>
    </dgm:pt>
    <dgm:pt modelId="{94F0352F-F0B6-4A2A-B24F-88BECEF17B6E}" type="pres">
      <dgm:prSet presAssocID="{079E2728-7E00-4671-9386-1B0B4FF30CD4}" presName="parTx" presStyleLbl="node1" presStyleIdx="1" presStyleCnt="3">
        <dgm:presLayoutVars>
          <dgm:chMax val="0"/>
          <dgm:chPref val="0"/>
          <dgm:bulletEnabled val="1"/>
        </dgm:presLayoutVars>
      </dgm:prSet>
      <dgm:spPr/>
    </dgm:pt>
    <dgm:pt modelId="{B8E1C2D5-105C-4B2D-AE73-26EFF812921D}" type="pres">
      <dgm:prSet presAssocID="{079E2728-7E00-4671-9386-1B0B4FF30CD4}" presName="parSh" presStyleLbl="node1" presStyleIdx="2" presStyleCnt="3"/>
      <dgm:spPr/>
    </dgm:pt>
    <dgm:pt modelId="{32678048-CD52-40C6-866A-75EAE80A0894}" type="pres">
      <dgm:prSet presAssocID="{079E2728-7E00-4671-9386-1B0B4FF30CD4}" presName="desTx" presStyleLbl="fgAcc1" presStyleIdx="2" presStyleCnt="3">
        <dgm:presLayoutVars>
          <dgm:bulletEnabled val="1"/>
        </dgm:presLayoutVars>
      </dgm:prSet>
      <dgm:spPr/>
    </dgm:pt>
  </dgm:ptLst>
  <dgm:cxnLst>
    <dgm:cxn modelId="{88DFC403-0F8A-497A-AFE3-DCFA337304F8}" type="presOf" srcId="{57B41C9F-28D5-4E46-AF58-19C9FB8770D0}" destId="{32678048-CD52-40C6-866A-75EAE80A0894}" srcOrd="0" destOrd="1" presId="urn:microsoft.com/office/officeart/2005/8/layout/process3"/>
    <dgm:cxn modelId="{7D2C060E-AEF0-4F8F-A797-AFA12E1149B7}" srcId="{65F64A9F-C91B-45DC-8E56-7A577387B3A0}" destId="{079E2728-7E00-4671-9386-1B0B4FF30CD4}" srcOrd="2" destOrd="0" parTransId="{21C82D25-4893-4D61-8CD1-5D83FE595E11}" sibTransId="{3D596DAF-8369-49B4-B781-1113AEBC6031}"/>
    <dgm:cxn modelId="{9E32581C-49C4-48FF-A5A9-C67A3F345577}" srcId="{65F64A9F-C91B-45DC-8E56-7A577387B3A0}" destId="{5BAFE591-052F-48AF-84EE-C27F8398EC8A}" srcOrd="1" destOrd="0" parTransId="{535B3DEF-EDBE-413A-86DA-BF54679D300E}" sibTransId="{6339726C-98C8-4F7A-BFD6-FD336CC3862D}"/>
    <dgm:cxn modelId="{890E9A35-9A9C-427B-A156-17A034DACC17}" srcId="{079E2728-7E00-4671-9386-1B0B4FF30CD4}" destId="{57B41C9F-28D5-4E46-AF58-19C9FB8770D0}" srcOrd="1" destOrd="0" parTransId="{D2CAC077-C90C-4897-B907-A03291210E44}" sibTransId="{69253265-62D1-425A-AFA6-33E20E820B21}"/>
    <dgm:cxn modelId="{302B5638-BA0F-4CDF-BEFE-964F3AFED811}" type="presOf" srcId="{079E2728-7E00-4671-9386-1B0B4FF30CD4}" destId="{94F0352F-F0B6-4A2A-B24F-88BECEF17B6E}" srcOrd="0" destOrd="0" presId="urn:microsoft.com/office/officeart/2005/8/layout/process3"/>
    <dgm:cxn modelId="{AFE21046-CE25-4887-AC0B-8044F6AE66B4}" type="presOf" srcId="{8183C098-7ADB-4BC0-8294-0A06D72160C0}" destId="{32678048-CD52-40C6-866A-75EAE80A0894}" srcOrd="0" destOrd="0" presId="urn:microsoft.com/office/officeart/2005/8/layout/process3"/>
    <dgm:cxn modelId="{2466F54B-C904-4CA4-9681-D3A3D247FF06}" type="presOf" srcId="{67D310DA-5026-46F3-B53A-DE69698753F8}" destId="{B1EA518E-F9AA-4BD4-ACEF-F55CA8624072}" srcOrd="0" destOrd="0" presId="urn:microsoft.com/office/officeart/2005/8/layout/process3"/>
    <dgm:cxn modelId="{38FA3E56-BF45-4EAA-BE6A-810B06B46076}" type="presOf" srcId="{65F64A9F-C91B-45DC-8E56-7A577387B3A0}" destId="{0295C969-D184-4F36-AB9D-C8B8A06E0EB2}" srcOrd="0" destOrd="0" presId="urn:microsoft.com/office/officeart/2005/8/layout/process3"/>
    <dgm:cxn modelId="{54F9C467-89D8-4FA9-92BE-D964CAB08AC4}" type="presOf" srcId="{F4C8D614-7A1C-4D10-ADD9-1EBD55B79A72}" destId="{7689C05E-7E51-454E-A696-388CFC42EC99}" srcOrd="1" destOrd="0" presId="urn:microsoft.com/office/officeart/2005/8/layout/process3"/>
    <dgm:cxn modelId="{B5F2D676-3E2A-4F4A-A444-C0F1D03E6172}" type="presOf" srcId="{079E2728-7E00-4671-9386-1B0B4FF30CD4}" destId="{B8E1C2D5-105C-4B2D-AE73-26EFF812921D}" srcOrd="1" destOrd="0" presId="urn:microsoft.com/office/officeart/2005/8/layout/process3"/>
    <dgm:cxn modelId="{36D8437A-AFF4-4ACD-BF42-4F75A2C3BE87}" srcId="{F4C8D614-7A1C-4D10-ADD9-1EBD55B79A72}" destId="{DAB6D9CB-8B9F-43F4-85CA-B619C362EA8E}" srcOrd="1" destOrd="0" parTransId="{268706B8-9B63-40F2-9B7A-B1C545595F35}" sibTransId="{3FEA7C6B-6C60-4327-B31E-A2D76D4F691C}"/>
    <dgm:cxn modelId="{45421881-F75A-484F-A3B6-89244786A555}" srcId="{079E2728-7E00-4671-9386-1B0B4FF30CD4}" destId="{8183C098-7ADB-4BC0-8294-0A06D72160C0}" srcOrd="0" destOrd="0" parTransId="{D9D7A3DD-E3E7-43FE-B02F-8EDA086203EB}" sibTransId="{78945414-1A44-413E-92CC-804A36824B4A}"/>
    <dgm:cxn modelId="{7C875A88-EA89-4C5E-91A1-1F2636E96878}" type="presOf" srcId="{4147935C-77F1-4618-9FC4-4378A22ABE5D}" destId="{3D52735E-20E5-4A5B-B8BA-469A8662BB1E}" srcOrd="1" destOrd="0" presId="urn:microsoft.com/office/officeart/2005/8/layout/process3"/>
    <dgm:cxn modelId="{5C6C748A-730E-4822-93B5-BD43086474EC}" srcId="{5BAFE591-052F-48AF-84EE-C27F8398EC8A}" destId="{FB839958-3E60-4572-919F-9CE4389AD61A}" srcOrd="2" destOrd="0" parTransId="{2111D438-33B9-4B56-89A0-C57D5D08FF91}" sibTransId="{B6B9D42E-4407-496E-9D46-E8ABE41BF980}"/>
    <dgm:cxn modelId="{C9E4BB8A-E9D8-49C2-91FB-DE4B5C015C7A}" type="presOf" srcId="{5BAFE591-052F-48AF-84EE-C27F8398EC8A}" destId="{0A03ACCB-A2CB-4F17-BCA0-EB928702E899}" srcOrd="1" destOrd="0" presId="urn:microsoft.com/office/officeart/2005/8/layout/process3"/>
    <dgm:cxn modelId="{0733B19F-B39F-4C1E-AE6C-A1306EDD9C1C}" type="presOf" srcId="{6339726C-98C8-4F7A-BFD6-FD336CC3862D}" destId="{DBBFE899-7651-43F4-8E5B-238E63145DA5}" srcOrd="0" destOrd="0" presId="urn:microsoft.com/office/officeart/2005/8/layout/process3"/>
    <dgm:cxn modelId="{CC9DC9A9-5ABE-46D9-8FE0-03EB0AC6201C}" type="presOf" srcId="{C7D8F719-2D2C-4348-917E-6E3B0FE64651}" destId="{5CFCE012-0CDD-42EC-9857-AABA987FA113}" srcOrd="0" destOrd="0" presId="urn:microsoft.com/office/officeart/2005/8/layout/process3"/>
    <dgm:cxn modelId="{3AC7FDAC-CAA1-40D7-B0EA-2BE77490F1BB}" type="presOf" srcId="{FB839958-3E60-4572-919F-9CE4389AD61A}" destId="{5CFCE012-0CDD-42EC-9857-AABA987FA113}" srcOrd="0" destOrd="2" presId="urn:microsoft.com/office/officeart/2005/8/layout/process3"/>
    <dgm:cxn modelId="{F29A71B0-90A4-490B-831D-BC0C03A2AA8C}" type="presOf" srcId="{DADE2BF7-FEE2-42FC-9D26-D4A56A892202}" destId="{5CFCE012-0CDD-42EC-9857-AABA987FA113}" srcOrd="0" destOrd="1" presId="urn:microsoft.com/office/officeart/2005/8/layout/process3"/>
    <dgm:cxn modelId="{E97718C5-5DA1-4E26-89A5-C9B3303F468A}" type="presOf" srcId="{5BAFE591-052F-48AF-84EE-C27F8398EC8A}" destId="{AC97BC25-E483-485B-BEBF-3E858A5B8039}" srcOrd="0" destOrd="0" presId="urn:microsoft.com/office/officeart/2005/8/layout/process3"/>
    <dgm:cxn modelId="{86F261CC-DFED-4AAD-AAE4-984A72E217F1}" type="presOf" srcId="{DAB6D9CB-8B9F-43F4-85CA-B619C362EA8E}" destId="{B1EA518E-F9AA-4BD4-ACEF-F55CA8624072}" srcOrd="0" destOrd="1" presId="urn:microsoft.com/office/officeart/2005/8/layout/process3"/>
    <dgm:cxn modelId="{8F8E4ECE-C93F-41D9-9367-E17CC063F3C0}" srcId="{5BAFE591-052F-48AF-84EE-C27F8398EC8A}" destId="{DADE2BF7-FEE2-42FC-9D26-D4A56A892202}" srcOrd="1" destOrd="0" parTransId="{97D230ED-0E43-4D3B-A3F0-881BEF7BEAF3}" sibTransId="{4D10DCC0-B555-4B4E-9A90-3F47A32E11A9}"/>
    <dgm:cxn modelId="{FB879CD0-7C12-4A78-B9D6-20F3A692C090}" srcId="{F4C8D614-7A1C-4D10-ADD9-1EBD55B79A72}" destId="{67D310DA-5026-46F3-B53A-DE69698753F8}" srcOrd="0" destOrd="0" parTransId="{B12E93A4-FF86-4D74-8A21-E20075AC0A09}" sibTransId="{5A607B1D-7230-4275-80B5-31E9AA1E0450}"/>
    <dgm:cxn modelId="{DBCC3AD9-A210-4F4C-8A64-007D310F0090}" srcId="{5BAFE591-052F-48AF-84EE-C27F8398EC8A}" destId="{C7D8F719-2D2C-4348-917E-6E3B0FE64651}" srcOrd="0" destOrd="0" parTransId="{C1C25A49-68C5-4538-9D7D-E35E947910AF}" sibTransId="{AC400E6B-2746-453F-BD60-26BE62C5D8D0}"/>
    <dgm:cxn modelId="{03A1BDE1-C850-4F15-B0F7-8365FC4DAF43}" type="presOf" srcId="{4147935C-77F1-4618-9FC4-4378A22ABE5D}" destId="{D9286BDA-85CC-4D04-9940-0CFD8C248C77}" srcOrd="0" destOrd="0" presId="urn:microsoft.com/office/officeart/2005/8/layout/process3"/>
    <dgm:cxn modelId="{C3C935E2-F4A8-4BC1-A9F1-1AD0C6069680}" type="presOf" srcId="{6339726C-98C8-4F7A-BFD6-FD336CC3862D}" destId="{F94A4559-ADFF-45B3-ADC5-021A097A4A6D}" srcOrd="1" destOrd="0" presId="urn:microsoft.com/office/officeart/2005/8/layout/process3"/>
    <dgm:cxn modelId="{7ACDDDE9-A271-475E-B9A2-C80A2421B615}" type="presOf" srcId="{F4C8D614-7A1C-4D10-ADD9-1EBD55B79A72}" destId="{E7603412-9652-47FF-AA67-E65C97789B8C}" srcOrd="0" destOrd="0" presId="urn:microsoft.com/office/officeart/2005/8/layout/process3"/>
    <dgm:cxn modelId="{8DCEC5F1-7FB2-401B-ACC1-485D0B4BBD50}" srcId="{65F64A9F-C91B-45DC-8E56-7A577387B3A0}" destId="{F4C8D614-7A1C-4D10-ADD9-1EBD55B79A72}" srcOrd="0" destOrd="0" parTransId="{B5F2120D-2767-4F23-9C46-DC9C1D2168CF}" sibTransId="{4147935C-77F1-4618-9FC4-4378A22ABE5D}"/>
    <dgm:cxn modelId="{6DC7386F-B810-4B4C-AC5C-8FCBF2C4770B}" type="presParOf" srcId="{0295C969-D184-4F36-AB9D-C8B8A06E0EB2}" destId="{5619A345-4715-473F-B735-16AE7F95D2EF}" srcOrd="0" destOrd="0" presId="urn:microsoft.com/office/officeart/2005/8/layout/process3"/>
    <dgm:cxn modelId="{9E4EE70B-3E52-4914-A903-7A89AB588FFA}" type="presParOf" srcId="{5619A345-4715-473F-B735-16AE7F95D2EF}" destId="{E7603412-9652-47FF-AA67-E65C97789B8C}" srcOrd="0" destOrd="0" presId="urn:microsoft.com/office/officeart/2005/8/layout/process3"/>
    <dgm:cxn modelId="{7168BDC5-4967-4A3F-94F4-B38B5E35FC7A}" type="presParOf" srcId="{5619A345-4715-473F-B735-16AE7F95D2EF}" destId="{7689C05E-7E51-454E-A696-388CFC42EC99}" srcOrd="1" destOrd="0" presId="urn:microsoft.com/office/officeart/2005/8/layout/process3"/>
    <dgm:cxn modelId="{419C744D-59B6-43ED-9C39-476550098D5C}" type="presParOf" srcId="{5619A345-4715-473F-B735-16AE7F95D2EF}" destId="{B1EA518E-F9AA-4BD4-ACEF-F55CA8624072}" srcOrd="2" destOrd="0" presId="urn:microsoft.com/office/officeart/2005/8/layout/process3"/>
    <dgm:cxn modelId="{4F680F78-195F-4834-844C-15D5BADD7973}" type="presParOf" srcId="{0295C969-D184-4F36-AB9D-C8B8A06E0EB2}" destId="{D9286BDA-85CC-4D04-9940-0CFD8C248C77}" srcOrd="1" destOrd="0" presId="urn:microsoft.com/office/officeart/2005/8/layout/process3"/>
    <dgm:cxn modelId="{BAF43838-EED3-4CD9-B02E-2D34D70C9F6B}" type="presParOf" srcId="{D9286BDA-85CC-4D04-9940-0CFD8C248C77}" destId="{3D52735E-20E5-4A5B-B8BA-469A8662BB1E}" srcOrd="0" destOrd="0" presId="urn:microsoft.com/office/officeart/2005/8/layout/process3"/>
    <dgm:cxn modelId="{19ABE9A6-F5D6-47A1-B8D9-2249A1213A85}" type="presParOf" srcId="{0295C969-D184-4F36-AB9D-C8B8A06E0EB2}" destId="{5DC6EA05-FE06-4FA2-ADEE-133D6911ED09}" srcOrd="2" destOrd="0" presId="urn:microsoft.com/office/officeart/2005/8/layout/process3"/>
    <dgm:cxn modelId="{3F167AC1-4315-44A4-ABE5-ED2CD088C739}" type="presParOf" srcId="{5DC6EA05-FE06-4FA2-ADEE-133D6911ED09}" destId="{AC97BC25-E483-485B-BEBF-3E858A5B8039}" srcOrd="0" destOrd="0" presId="urn:microsoft.com/office/officeart/2005/8/layout/process3"/>
    <dgm:cxn modelId="{8CE17A38-B6D9-4FA4-87C1-2206E2640A9B}" type="presParOf" srcId="{5DC6EA05-FE06-4FA2-ADEE-133D6911ED09}" destId="{0A03ACCB-A2CB-4F17-BCA0-EB928702E899}" srcOrd="1" destOrd="0" presId="urn:microsoft.com/office/officeart/2005/8/layout/process3"/>
    <dgm:cxn modelId="{4B263932-0C9D-4EA1-8787-6CC10DDE2B44}" type="presParOf" srcId="{5DC6EA05-FE06-4FA2-ADEE-133D6911ED09}" destId="{5CFCE012-0CDD-42EC-9857-AABA987FA113}" srcOrd="2" destOrd="0" presId="urn:microsoft.com/office/officeart/2005/8/layout/process3"/>
    <dgm:cxn modelId="{4B6F4644-477F-4EA3-B953-1AFE8F507FE6}" type="presParOf" srcId="{0295C969-D184-4F36-AB9D-C8B8A06E0EB2}" destId="{DBBFE899-7651-43F4-8E5B-238E63145DA5}" srcOrd="3" destOrd="0" presId="urn:microsoft.com/office/officeart/2005/8/layout/process3"/>
    <dgm:cxn modelId="{264F8B11-A23E-46D6-8B4B-7291A43D0764}" type="presParOf" srcId="{DBBFE899-7651-43F4-8E5B-238E63145DA5}" destId="{F94A4559-ADFF-45B3-ADC5-021A097A4A6D}" srcOrd="0" destOrd="0" presId="urn:microsoft.com/office/officeart/2005/8/layout/process3"/>
    <dgm:cxn modelId="{23477BAA-29C3-4A47-833F-1C0EA61DF503}" type="presParOf" srcId="{0295C969-D184-4F36-AB9D-C8B8A06E0EB2}" destId="{1C57D452-DAA6-4B90-B18C-A6146C21DD14}" srcOrd="4" destOrd="0" presId="urn:microsoft.com/office/officeart/2005/8/layout/process3"/>
    <dgm:cxn modelId="{FAE36D64-2978-4D42-83BE-DD04C118BA44}" type="presParOf" srcId="{1C57D452-DAA6-4B90-B18C-A6146C21DD14}" destId="{94F0352F-F0B6-4A2A-B24F-88BECEF17B6E}" srcOrd="0" destOrd="0" presId="urn:microsoft.com/office/officeart/2005/8/layout/process3"/>
    <dgm:cxn modelId="{D717D284-CCA7-481F-9F47-0B0281B63568}" type="presParOf" srcId="{1C57D452-DAA6-4B90-B18C-A6146C21DD14}" destId="{B8E1C2D5-105C-4B2D-AE73-26EFF812921D}" srcOrd="1" destOrd="0" presId="urn:microsoft.com/office/officeart/2005/8/layout/process3"/>
    <dgm:cxn modelId="{6EF8EBD6-1F0B-4B45-B02F-2A2F1B279593}" type="presParOf" srcId="{1C57D452-DAA6-4B90-B18C-A6146C21DD14}" destId="{32678048-CD52-40C6-866A-75EAE80A0894}" srcOrd="2" destOrd="0" presId="urn:microsoft.com/office/officeart/2005/8/layout/process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18CFD65-3E5D-4F30-A21E-1168CBA39CC4}">
      <dsp:nvSpPr>
        <dsp:cNvPr id="0" name=""/>
        <dsp:cNvSpPr/>
      </dsp:nvSpPr>
      <dsp:spPr>
        <a:xfrm>
          <a:off x="5152" y="70530"/>
          <a:ext cx="2256971" cy="564242"/>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kern="1200" dirty="0"/>
            <a:t>Purpose</a:t>
          </a:r>
        </a:p>
      </dsp:txBody>
      <dsp:txXfrm>
        <a:off x="21678" y="87056"/>
        <a:ext cx="2223919" cy="531190"/>
      </dsp:txXfrm>
    </dsp:sp>
    <dsp:sp modelId="{D9B10AD5-5B2F-4D98-B39A-7906A1A35F15}">
      <dsp:nvSpPr>
        <dsp:cNvPr id="0" name=""/>
        <dsp:cNvSpPr/>
      </dsp:nvSpPr>
      <dsp:spPr>
        <a:xfrm rot="5400000">
          <a:off x="1084266" y="684144"/>
          <a:ext cx="98742" cy="98742"/>
        </a:xfrm>
        <a:prstGeom prst="rightArrow">
          <a:avLst>
            <a:gd name="adj1" fmla="val 667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6339D757-DBFE-4CA6-A432-2B7D2D571518}">
      <dsp:nvSpPr>
        <dsp:cNvPr id="0" name=""/>
        <dsp:cNvSpPr/>
      </dsp:nvSpPr>
      <dsp:spPr>
        <a:xfrm>
          <a:off x="5152" y="832258"/>
          <a:ext cx="2256971" cy="564242"/>
        </a:xfrm>
        <a:prstGeom prst="roundRect">
          <a:avLst>
            <a:gd name="adj" fmla="val 10000"/>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kern="1200" dirty="0"/>
            <a:t>Purpose of the survey</a:t>
          </a:r>
        </a:p>
      </dsp:txBody>
      <dsp:txXfrm>
        <a:off x="21678" y="848784"/>
        <a:ext cx="2223919" cy="531190"/>
      </dsp:txXfrm>
    </dsp:sp>
    <dsp:sp modelId="{DDB99CC6-957E-4946-BAC7-E70CBD1947C3}">
      <dsp:nvSpPr>
        <dsp:cNvPr id="0" name=""/>
        <dsp:cNvSpPr/>
      </dsp:nvSpPr>
      <dsp:spPr>
        <a:xfrm rot="5400000">
          <a:off x="1084266" y="1445872"/>
          <a:ext cx="98742" cy="98742"/>
        </a:xfrm>
        <a:prstGeom prst="rightArrow">
          <a:avLst>
            <a:gd name="adj1" fmla="val 667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2E42D14E-6D3B-4D7F-9001-2332D697C3FE}">
      <dsp:nvSpPr>
        <dsp:cNvPr id="0" name=""/>
        <dsp:cNvSpPr/>
      </dsp:nvSpPr>
      <dsp:spPr>
        <a:xfrm>
          <a:off x="5152" y="1593986"/>
          <a:ext cx="2256971" cy="564242"/>
        </a:xfrm>
        <a:prstGeom prst="roundRect">
          <a:avLst>
            <a:gd name="adj" fmla="val 10000"/>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kern="1200" dirty="0"/>
            <a:t>Intended use of the survey</a:t>
          </a:r>
        </a:p>
      </dsp:txBody>
      <dsp:txXfrm>
        <a:off x="21678" y="1610512"/>
        <a:ext cx="2223919" cy="531190"/>
      </dsp:txXfrm>
    </dsp:sp>
    <dsp:sp modelId="{0A5750AF-52B2-4791-9968-861E89F7D9E8}">
      <dsp:nvSpPr>
        <dsp:cNvPr id="0" name=""/>
        <dsp:cNvSpPr/>
      </dsp:nvSpPr>
      <dsp:spPr>
        <a:xfrm>
          <a:off x="2578099" y="70530"/>
          <a:ext cx="2256971" cy="564242"/>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kern="1200" dirty="0"/>
            <a:t>Concepts Identification</a:t>
          </a:r>
        </a:p>
      </dsp:txBody>
      <dsp:txXfrm>
        <a:off x="2594625" y="87056"/>
        <a:ext cx="2223919" cy="531190"/>
      </dsp:txXfrm>
    </dsp:sp>
    <dsp:sp modelId="{C22CFA39-AC2E-4A30-B84E-B1EE14FE6802}">
      <dsp:nvSpPr>
        <dsp:cNvPr id="0" name=""/>
        <dsp:cNvSpPr/>
      </dsp:nvSpPr>
      <dsp:spPr>
        <a:xfrm rot="5400000">
          <a:off x="3657214" y="684144"/>
          <a:ext cx="98742" cy="98742"/>
        </a:xfrm>
        <a:prstGeom prst="rightArrow">
          <a:avLst>
            <a:gd name="adj1" fmla="val 667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4BB5B4A8-F616-41D2-B66E-7A8D393B9C3A}">
      <dsp:nvSpPr>
        <dsp:cNvPr id="0" name=""/>
        <dsp:cNvSpPr/>
      </dsp:nvSpPr>
      <dsp:spPr>
        <a:xfrm>
          <a:off x="2578099" y="832258"/>
          <a:ext cx="2256971" cy="564242"/>
        </a:xfrm>
        <a:prstGeom prst="roundRect">
          <a:avLst>
            <a:gd name="adj" fmla="val 10000"/>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kern="1200" dirty="0"/>
            <a:t>What variables are calculated</a:t>
          </a:r>
        </a:p>
      </dsp:txBody>
      <dsp:txXfrm>
        <a:off x="2594625" y="848784"/>
        <a:ext cx="2223919" cy="531190"/>
      </dsp:txXfrm>
    </dsp:sp>
    <dsp:sp modelId="{005D3D20-BC20-4933-955A-B01A98738F37}">
      <dsp:nvSpPr>
        <dsp:cNvPr id="0" name=""/>
        <dsp:cNvSpPr/>
      </dsp:nvSpPr>
      <dsp:spPr>
        <a:xfrm rot="5400000">
          <a:off x="3657214" y="1445872"/>
          <a:ext cx="98742" cy="98742"/>
        </a:xfrm>
        <a:prstGeom prst="rightArrow">
          <a:avLst>
            <a:gd name="adj1" fmla="val 667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DC9BF456-B8EF-4D6B-8AE9-01729941A65F}">
      <dsp:nvSpPr>
        <dsp:cNvPr id="0" name=""/>
        <dsp:cNvSpPr/>
      </dsp:nvSpPr>
      <dsp:spPr>
        <a:xfrm>
          <a:off x="2578099" y="1593986"/>
          <a:ext cx="2256971" cy="564242"/>
        </a:xfrm>
        <a:prstGeom prst="roundRect">
          <a:avLst>
            <a:gd name="adj" fmla="val 10000"/>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kern="1200" dirty="0"/>
            <a:t>How variables are measured</a:t>
          </a:r>
        </a:p>
      </dsp:txBody>
      <dsp:txXfrm>
        <a:off x="2594625" y="1610512"/>
        <a:ext cx="2223919" cy="531190"/>
      </dsp:txXfrm>
    </dsp:sp>
    <dsp:sp modelId="{15C51DED-07F9-4054-925D-F1BB905D1F1C}">
      <dsp:nvSpPr>
        <dsp:cNvPr id="0" name=""/>
        <dsp:cNvSpPr/>
      </dsp:nvSpPr>
      <dsp:spPr>
        <a:xfrm rot="5400000">
          <a:off x="3657214" y="2207600"/>
          <a:ext cx="98742" cy="98742"/>
        </a:xfrm>
        <a:prstGeom prst="rightArrow">
          <a:avLst>
            <a:gd name="adj1" fmla="val 667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8181E4DF-0857-484D-BD7C-2C48D5C438FE}">
      <dsp:nvSpPr>
        <dsp:cNvPr id="0" name=""/>
        <dsp:cNvSpPr/>
      </dsp:nvSpPr>
      <dsp:spPr>
        <a:xfrm>
          <a:off x="2578099" y="2355714"/>
          <a:ext cx="2256971" cy="564242"/>
        </a:xfrm>
        <a:prstGeom prst="roundRect">
          <a:avLst>
            <a:gd name="adj" fmla="val 10000"/>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kern="1200" dirty="0"/>
            <a:t>Hypothesized relations</a:t>
          </a:r>
        </a:p>
      </dsp:txBody>
      <dsp:txXfrm>
        <a:off x="2594625" y="2372240"/>
        <a:ext cx="2223919" cy="531190"/>
      </dsp:txXfrm>
    </dsp:sp>
    <dsp:sp modelId="{3BF80311-7304-4BB7-92C7-CA7F692C1117}">
      <dsp:nvSpPr>
        <dsp:cNvPr id="0" name=""/>
        <dsp:cNvSpPr/>
      </dsp:nvSpPr>
      <dsp:spPr>
        <a:xfrm>
          <a:off x="5151047" y="70530"/>
          <a:ext cx="2256971" cy="564242"/>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kern="1200" dirty="0"/>
            <a:t>Survey Specifications</a:t>
          </a:r>
        </a:p>
      </dsp:txBody>
      <dsp:txXfrm>
        <a:off x="5167573" y="87056"/>
        <a:ext cx="2223919" cy="531190"/>
      </dsp:txXfrm>
    </dsp:sp>
    <dsp:sp modelId="{331B324C-5C14-4D4E-B92F-2A1BA457AFC6}">
      <dsp:nvSpPr>
        <dsp:cNvPr id="0" name=""/>
        <dsp:cNvSpPr/>
      </dsp:nvSpPr>
      <dsp:spPr>
        <a:xfrm rot="5400000">
          <a:off x="6230161" y="684144"/>
          <a:ext cx="98742" cy="98742"/>
        </a:xfrm>
        <a:prstGeom prst="rightArrow">
          <a:avLst>
            <a:gd name="adj1" fmla="val 667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076305B6-4EB5-48C8-B450-41E6333D5DA1}">
      <dsp:nvSpPr>
        <dsp:cNvPr id="0" name=""/>
        <dsp:cNvSpPr/>
      </dsp:nvSpPr>
      <dsp:spPr>
        <a:xfrm>
          <a:off x="5151047" y="832258"/>
          <a:ext cx="2256971" cy="564242"/>
        </a:xfrm>
        <a:prstGeom prst="roundRect">
          <a:avLst>
            <a:gd name="adj" fmla="val 10000"/>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kern="1200" dirty="0"/>
            <a:t>Population and sampling frame</a:t>
          </a:r>
        </a:p>
      </dsp:txBody>
      <dsp:txXfrm>
        <a:off x="5167573" y="848784"/>
        <a:ext cx="2223919" cy="531190"/>
      </dsp:txXfrm>
    </dsp:sp>
    <dsp:sp modelId="{9ADD873F-BDB1-4522-9A13-C5D45D1339A4}">
      <dsp:nvSpPr>
        <dsp:cNvPr id="0" name=""/>
        <dsp:cNvSpPr/>
      </dsp:nvSpPr>
      <dsp:spPr>
        <a:xfrm rot="5400000">
          <a:off x="6230161" y="1445872"/>
          <a:ext cx="98742" cy="98742"/>
        </a:xfrm>
        <a:prstGeom prst="rightArrow">
          <a:avLst>
            <a:gd name="adj1" fmla="val 667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042C850B-B93E-45F1-BBF0-5E278C4E0E90}">
      <dsp:nvSpPr>
        <dsp:cNvPr id="0" name=""/>
        <dsp:cNvSpPr/>
      </dsp:nvSpPr>
      <dsp:spPr>
        <a:xfrm>
          <a:off x="5151047" y="1593986"/>
          <a:ext cx="2256971" cy="564242"/>
        </a:xfrm>
        <a:prstGeom prst="roundRect">
          <a:avLst>
            <a:gd name="adj" fmla="val 10000"/>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kern="1200" dirty="0"/>
            <a:t>Concepts and indicators</a:t>
          </a:r>
        </a:p>
      </dsp:txBody>
      <dsp:txXfrm>
        <a:off x="5167573" y="1610512"/>
        <a:ext cx="2223919" cy="531190"/>
      </dsp:txXfrm>
    </dsp:sp>
    <dsp:sp modelId="{CC6A66EE-C774-4CD9-A512-C67178FF2F02}">
      <dsp:nvSpPr>
        <dsp:cNvPr id="0" name=""/>
        <dsp:cNvSpPr/>
      </dsp:nvSpPr>
      <dsp:spPr>
        <a:xfrm rot="5400000">
          <a:off x="6230161" y="2207600"/>
          <a:ext cx="98742" cy="98742"/>
        </a:xfrm>
        <a:prstGeom prst="rightArrow">
          <a:avLst>
            <a:gd name="adj1" fmla="val 667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F478DF65-15B8-4745-9628-00E40467D24D}">
      <dsp:nvSpPr>
        <dsp:cNvPr id="0" name=""/>
        <dsp:cNvSpPr/>
      </dsp:nvSpPr>
      <dsp:spPr>
        <a:xfrm>
          <a:off x="5151047" y="2355714"/>
          <a:ext cx="2256971" cy="564242"/>
        </a:xfrm>
        <a:prstGeom prst="roundRect">
          <a:avLst>
            <a:gd name="adj" fmla="val 10000"/>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kern="1200" dirty="0"/>
            <a:t>Survey modes</a:t>
          </a:r>
        </a:p>
      </dsp:txBody>
      <dsp:txXfrm>
        <a:off x="5167573" y="2372240"/>
        <a:ext cx="2223919" cy="531190"/>
      </dsp:txXfrm>
    </dsp:sp>
    <dsp:sp modelId="{88A1D060-DD05-440F-A6A2-A9EDDC80C418}">
      <dsp:nvSpPr>
        <dsp:cNvPr id="0" name=""/>
        <dsp:cNvSpPr/>
      </dsp:nvSpPr>
      <dsp:spPr>
        <a:xfrm rot="5400000">
          <a:off x="6230161" y="2969328"/>
          <a:ext cx="98742" cy="98742"/>
        </a:xfrm>
        <a:prstGeom prst="rightArrow">
          <a:avLst>
            <a:gd name="adj1" fmla="val 667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69EA73B8-E437-4656-9A67-C50190FA1AB2}">
      <dsp:nvSpPr>
        <dsp:cNvPr id="0" name=""/>
        <dsp:cNvSpPr/>
      </dsp:nvSpPr>
      <dsp:spPr>
        <a:xfrm>
          <a:off x="5151047" y="3117441"/>
          <a:ext cx="2256971" cy="564242"/>
        </a:xfrm>
        <a:prstGeom prst="roundRect">
          <a:avLst>
            <a:gd name="adj" fmla="val 10000"/>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kern="1200" dirty="0"/>
            <a:t>Sampling plan</a:t>
          </a:r>
        </a:p>
      </dsp:txBody>
      <dsp:txXfrm>
        <a:off x="5167573" y="3133967"/>
        <a:ext cx="2223919" cy="531190"/>
      </dsp:txXfrm>
    </dsp:sp>
    <dsp:sp modelId="{AC6C0A5A-70A9-4ACD-A21C-226285D404CC}">
      <dsp:nvSpPr>
        <dsp:cNvPr id="0" name=""/>
        <dsp:cNvSpPr/>
      </dsp:nvSpPr>
      <dsp:spPr>
        <a:xfrm rot="5400000">
          <a:off x="6230161" y="3731056"/>
          <a:ext cx="98742" cy="98742"/>
        </a:xfrm>
        <a:prstGeom prst="rightArrow">
          <a:avLst>
            <a:gd name="adj1" fmla="val 667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AD510500-F6BB-4607-BC21-05C24F7A2565}">
      <dsp:nvSpPr>
        <dsp:cNvPr id="0" name=""/>
        <dsp:cNvSpPr/>
      </dsp:nvSpPr>
      <dsp:spPr>
        <a:xfrm>
          <a:off x="5151047" y="3879169"/>
          <a:ext cx="2256971" cy="564242"/>
        </a:xfrm>
        <a:prstGeom prst="roundRect">
          <a:avLst>
            <a:gd name="adj" fmla="val 10000"/>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kern="1200" dirty="0"/>
            <a:t>Analysis plan</a:t>
          </a:r>
        </a:p>
      </dsp:txBody>
      <dsp:txXfrm>
        <a:off x="5167573" y="3895695"/>
        <a:ext cx="2223919" cy="53119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B1A849D-BE7B-417E-A24C-D3AA7EFF0F69}">
      <dsp:nvSpPr>
        <dsp:cNvPr id="0" name=""/>
        <dsp:cNvSpPr/>
      </dsp:nvSpPr>
      <dsp:spPr>
        <a:xfrm rot="5400000">
          <a:off x="461727" y="1619909"/>
          <a:ext cx="1386269" cy="2306720"/>
        </a:xfrm>
        <a:prstGeom prst="corner">
          <a:avLst>
            <a:gd name="adj1" fmla="val 16120"/>
            <a:gd name="adj2" fmla="val 16110"/>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3FCB8D6-5229-456E-ACF7-A33239E9D3ED}">
      <dsp:nvSpPr>
        <dsp:cNvPr id="0" name=""/>
        <dsp:cNvSpPr/>
      </dsp:nvSpPr>
      <dsp:spPr>
        <a:xfrm>
          <a:off x="230324" y="2309122"/>
          <a:ext cx="2082520" cy="182545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US" sz="1900" kern="1200" dirty="0"/>
            <a:t>Pretesting</a:t>
          </a:r>
        </a:p>
        <a:p>
          <a:pPr marL="114300" lvl="1" indent="-114300" algn="l" defTabSz="666750">
            <a:lnSpc>
              <a:spcPct val="90000"/>
            </a:lnSpc>
            <a:spcBef>
              <a:spcPct val="0"/>
            </a:spcBef>
            <a:spcAft>
              <a:spcPct val="15000"/>
            </a:spcAft>
            <a:buChar char="•"/>
          </a:pPr>
          <a:r>
            <a:rPr lang="en-US" sz="1500" kern="1200" dirty="0"/>
            <a:t>Small sample</a:t>
          </a:r>
        </a:p>
        <a:p>
          <a:pPr marL="114300" lvl="1" indent="-114300" algn="l" defTabSz="666750">
            <a:lnSpc>
              <a:spcPct val="90000"/>
            </a:lnSpc>
            <a:spcBef>
              <a:spcPct val="0"/>
            </a:spcBef>
            <a:spcAft>
              <a:spcPct val="15000"/>
            </a:spcAft>
            <a:buChar char="•"/>
          </a:pPr>
          <a:r>
            <a:rPr lang="en-US" sz="1500" kern="1200" dirty="0"/>
            <a:t>Expert review</a:t>
          </a:r>
        </a:p>
        <a:p>
          <a:pPr marL="114300" lvl="1" indent="-114300" algn="l" defTabSz="666750">
            <a:lnSpc>
              <a:spcPct val="90000"/>
            </a:lnSpc>
            <a:spcBef>
              <a:spcPct val="0"/>
            </a:spcBef>
            <a:spcAft>
              <a:spcPct val="15000"/>
            </a:spcAft>
            <a:buChar char="•"/>
          </a:pPr>
          <a:r>
            <a:rPr lang="en-US" sz="1500" kern="1200" dirty="0"/>
            <a:t>Cognitive interview</a:t>
          </a:r>
        </a:p>
      </dsp:txBody>
      <dsp:txXfrm>
        <a:off x="230324" y="2309122"/>
        <a:ext cx="2082520" cy="1825451"/>
      </dsp:txXfrm>
    </dsp:sp>
    <dsp:sp modelId="{D1097EA5-AE70-4231-A6B1-4596E10076BC}">
      <dsp:nvSpPr>
        <dsp:cNvPr id="0" name=""/>
        <dsp:cNvSpPr/>
      </dsp:nvSpPr>
      <dsp:spPr>
        <a:xfrm>
          <a:off x="1919916" y="1450086"/>
          <a:ext cx="392928" cy="392928"/>
        </a:xfrm>
        <a:prstGeom prst="triangle">
          <a:avLst>
            <a:gd name="adj" fmla="val 100000"/>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FFC423B-15B5-403B-8D57-14C82D5992D0}">
      <dsp:nvSpPr>
        <dsp:cNvPr id="0" name=""/>
        <dsp:cNvSpPr/>
      </dsp:nvSpPr>
      <dsp:spPr>
        <a:xfrm rot="5400000">
          <a:off x="3011139" y="989055"/>
          <a:ext cx="1386269" cy="2306720"/>
        </a:xfrm>
        <a:prstGeom prst="corner">
          <a:avLst>
            <a:gd name="adj1" fmla="val 16120"/>
            <a:gd name="adj2" fmla="val 16110"/>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C7F67BD-4B51-40CD-8843-16BA7E486D29}">
      <dsp:nvSpPr>
        <dsp:cNvPr id="0" name=""/>
        <dsp:cNvSpPr/>
      </dsp:nvSpPr>
      <dsp:spPr>
        <a:xfrm>
          <a:off x="2779736" y="1678267"/>
          <a:ext cx="2082520" cy="182545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US" sz="1900" kern="1200" dirty="0"/>
            <a:t>Pilot test</a:t>
          </a:r>
        </a:p>
        <a:p>
          <a:pPr marL="114300" lvl="1" indent="-114300" algn="l" defTabSz="666750">
            <a:lnSpc>
              <a:spcPct val="90000"/>
            </a:lnSpc>
            <a:spcBef>
              <a:spcPct val="0"/>
            </a:spcBef>
            <a:spcAft>
              <a:spcPct val="15000"/>
            </a:spcAft>
            <a:buChar char="•"/>
          </a:pPr>
          <a:r>
            <a:rPr lang="en-US" sz="1500" kern="1200" dirty="0"/>
            <a:t>Larger sample (30~100 participants)</a:t>
          </a:r>
        </a:p>
        <a:p>
          <a:pPr marL="114300" lvl="1" indent="-114300" algn="l" defTabSz="666750">
            <a:lnSpc>
              <a:spcPct val="90000"/>
            </a:lnSpc>
            <a:spcBef>
              <a:spcPct val="0"/>
            </a:spcBef>
            <a:spcAft>
              <a:spcPct val="15000"/>
            </a:spcAft>
            <a:buChar char="•"/>
          </a:pPr>
          <a:r>
            <a:rPr lang="en-US" sz="1500" kern="1200" dirty="0"/>
            <a:t>Calculate reliability</a:t>
          </a:r>
        </a:p>
        <a:p>
          <a:pPr marL="114300" lvl="1" indent="-114300" algn="l" defTabSz="666750">
            <a:lnSpc>
              <a:spcPct val="90000"/>
            </a:lnSpc>
            <a:spcBef>
              <a:spcPct val="0"/>
            </a:spcBef>
            <a:spcAft>
              <a:spcPct val="15000"/>
            </a:spcAft>
            <a:buChar char="•"/>
          </a:pPr>
          <a:r>
            <a:rPr lang="en-US" sz="1500" kern="1200" dirty="0"/>
            <a:t>Find item quality statistics</a:t>
          </a:r>
        </a:p>
      </dsp:txBody>
      <dsp:txXfrm>
        <a:off x="2779736" y="1678267"/>
        <a:ext cx="2082520" cy="1825451"/>
      </dsp:txXfrm>
    </dsp:sp>
    <dsp:sp modelId="{8A97A2B7-7535-42AA-BCF1-51E5BC643410}">
      <dsp:nvSpPr>
        <dsp:cNvPr id="0" name=""/>
        <dsp:cNvSpPr/>
      </dsp:nvSpPr>
      <dsp:spPr>
        <a:xfrm>
          <a:off x="4469328" y="819231"/>
          <a:ext cx="392928" cy="392928"/>
        </a:xfrm>
        <a:prstGeom prst="triangle">
          <a:avLst>
            <a:gd name="adj" fmla="val 100000"/>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CF0D499-6FC7-4DE5-8564-3ED0024D14B9}">
      <dsp:nvSpPr>
        <dsp:cNvPr id="0" name=""/>
        <dsp:cNvSpPr/>
      </dsp:nvSpPr>
      <dsp:spPr>
        <a:xfrm rot="5400000">
          <a:off x="5560551" y="358200"/>
          <a:ext cx="1386269" cy="2306720"/>
        </a:xfrm>
        <a:prstGeom prst="corner">
          <a:avLst>
            <a:gd name="adj1" fmla="val 16120"/>
            <a:gd name="adj2" fmla="val 16110"/>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81384B7-49E9-40AB-9F2B-E3B72B11D4E8}">
      <dsp:nvSpPr>
        <dsp:cNvPr id="0" name=""/>
        <dsp:cNvSpPr/>
      </dsp:nvSpPr>
      <dsp:spPr>
        <a:xfrm>
          <a:off x="5329148" y="1047413"/>
          <a:ext cx="2082520" cy="182545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US" sz="1900" kern="1200" dirty="0"/>
            <a:t>Field testing (final administration)</a:t>
          </a:r>
        </a:p>
        <a:p>
          <a:pPr marL="114300" lvl="1" indent="-114300" algn="l" defTabSz="666750">
            <a:lnSpc>
              <a:spcPct val="90000"/>
            </a:lnSpc>
            <a:spcBef>
              <a:spcPct val="0"/>
            </a:spcBef>
            <a:spcAft>
              <a:spcPct val="15000"/>
            </a:spcAft>
            <a:buChar char="•"/>
          </a:pPr>
          <a:r>
            <a:rPr lang="en-US" sz="1500" kern="1200" dirty="0"/>
            <a:t>Larger sample</a:t>
          </a:r>
        </a:p>
        <a:p>
          <a:pPr marL="114300" lvl="1" indent="-114300" algn="l" defTabSz="666750">
            <a:lnSpc>
              <a:spcPct val="90000"/>
            </a:lnSpc>
            <a:spcBef>
              <a:spcPct val="0"/>
            </a:spcBef>
            <a:spcAft>
              <a:spcPct val="15000"/>
            </a:spcAft>
            <a:buChar char="•"/>
          </a:pPr>
          <a:r>
            <a:rPr lang="en-US" sz="1500" kern="1200" dirty="0"/>
            <a:t>Reliability estimates</a:t>
          </a:r>
        </a:p>
        <a:p>
          <a:pPr marL="114300" lvl="1" indent="-114300" algn="l" defTabSz="666750">
            <a:lnSpc>
              <a:spcPct val="90000"/>
            </a:lnSpc>
            <a:spcBef>
              <a:spcPct val="0"/>
            </a:spcBef>
            <a:spcAft>
              <a:spcPct val="15000"/>
            </a:spcAft>
            <a:buChar char="•"/>
          </a:pPr>
          <a:r>
            <a:rPr lang="en-US" sz="1500" kern="1200" dirty="0"/>
            <a:t>Validity evidence</a:t>
          </a:r>
        </a:p>
        <a:p>
          <a:pPr marL="114300" lvl="1" indent="-114300" algn="l" defTabSz="666750">
            <a:lnSpc>
              <a:spcPct val="90000"/>
            </a:lnSpc>
            <a:spcBef>
              <a:spcPct val="0"/>
            </a:spcBef>
            <a:spcAft>
              <a:spcPct val="15000"/>
            </a:spcAft>
            <a:buChar char="•"/>
          </a:pPr>
          <a:r>
            <a:rPr lang="en-US" sz="1500" kern="1200" dirty="0"/>
            <a:t>Item quality evidence</a:t>
          </a:r>
        </a:p>
      </dsp:txBody>
      <dsp:txXfrm>
        <a:off x="5329148" y="1047413"/>
        <a:ext cx="2082520" cy="182545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689C05E-7E51-454E-A696-388CFC42EC99}">
      <dsp:nvSpPr>
        <dsp:cNvPr id="0" name=""/>
        <dsp:cNvSpPr/>
      </dsp:nvSpPr>
      <dsp:spPr>
        <a:xfrm>
          <a:off x="3687" y="384513"/>
          <a:ext cx="1676433" cy="1005860"/>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68580" numCol="1" spcCol="1270" anchor="t" anchorCtr="0">
          <a:noAutofit/>
        </a:bodyPr>
        <a:lstStyle/>
        <a:p>
          <a:pPr marL="0" lvl="0" indent="0" algn="l" defTabSz="800100">
            <a:lnSpc>
              <a:spcPct val="90000"/>
            </a:lnSpc>
            <a:spcBef>
              <a:spcPct val="0"/>
            </a:spcBef>
            <a:spcAft>
              <a:spcPct val="35000"/>
            </a:spcAft>
            <a:buNone/>
          </a:pPr>
          <a:r>
            <a:rPr lang="en-US" sz="1800" kern="1200" dirty="0"/>
            <a:t>Draw a sample</a:t>
          </a:r>
        </a:p>
      </dsp:txBody>
      <dsp:txXfrm>
        <a:off x="3687" y="384513"/>
        <a:ext cx="1676433" cy="670573"/>
      </dsp:txXfrm>
    </dsp:sp>
    <dsp:sp modelId="{B1EA518E-F9AA-4BD4-ACEF-F55CA8624072}">
      <dsp:nvSpPr>
        <dsp:cNvPr id="0" name=""/>
        <dsp:cNvSpPr/>
      </dsp:nvSpPr>
      <dsp:spPr>
        <a:xfrm>
          <a:off x="347052" y="1055086"/>
          <a:ext cx="1676433" cy="2624399"/>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8016" tIns="128016" rIns="128016" bIns="128016" numCol="1" spcCol="1270" anchor="t" anchorCtr="0">
          <a:noAutofit/>
        </a:bodyPr>
        <a:lstStyle/>
        <a:p>
          <a:pPr marL="171450" lvl="1" indent="-171450" algn="l" defTabSz="800100">
            <a:lnSpc>
              <a:spcPct val="90000"/>
            </a:lnSpc>
            <a:spcBef>
              <a:spcPct val="0"/>
            </a:spcBef>
            <a:spcAft>
              <a:spcPct val="15000"/>
            </a:spcAft>
            <a:buChar char="•"/>
          </a:pPr>
          <a:r>
            <a:rPr lang="en-US" sz="1800" kern="1200" dirty="0"/>
            <a:t>Calculate sample size</a:t>
          </a:r>
        </a:p>
        <a:p>
          <a:pPr marL="171450" lvl="1" indent="-171450" algn="l" defTabSz="800100">
            <a:lnSpc>
              <a:spcPct val="90000"/>
            </a:lnSpc>
            <a:spcBef>
              <a:spcPct val="0"/>
            </a:spcBef>
            <a:spcAft>
              <a:spcPct val="15000"/>
            </a:spcAft>
            <a:buChar char="•"/>
          </a:pPr>
          <a:r>
            <a:rPr lang="en-US" sz="1800" kern="1200" dirty="0"/>
            <a:t>Draw sample based on sampling plan</a:t>
          </a:r>
        </a:p>
      </dsp:txBody>
      <dsp:txXfrm>
        <a:off x="396153" y="1104187"/>
        <a:ext cx="1578231" cy="2526197"/>
      </dsp:txXfrm>
    </dsp:sp>
    <dsp:sp modelId="{D9286BDA-85CC-4D04-9940-0CFD8C248C77}">
      <dsp:nvSpPr>
        <dsp:cNvPr id="0" name=""/>
        <dsp:cNvSpPr/>
      </dsp:nvSpPr>
      <dsp:spPr>
        <a:xfrm>
          <a:off x="1934261" y="511108"/>
          <a:ext cx="538779" cy="41738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a:p>
      </dsp:txBody>
      <dsp:txXfrm>
        <a:off x="1934261" y="594585"/>
        <a:ext cx="413564" cy="250429"/>
      </dsp:txXfrm>
    </dsp:sp>
    <dsp:sp modelId="{0A03ACCB-A2CB-4F17-BCA0-EB928702E899}">
      <dsp:nvSpPr>
        <dsp:cNvPr id="0" name=""/>
        <dsp:cNvSpPr/>
      </dsp:nvSpPr>
      <dsp:spPr>
        <a:xfrm>
          <a:off x="2696685" y="384513"/>
          <a:ext cx="1676433" cy="1005860"/>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68580" numCol="1" spcCol="1270" anchor="t" anchorCtr="0">
          <a:noAutofit/>
        </a:bodyPr>
        <a:lstStyle/>
        <a:p>
          <a:pPr marL="0" lvl="0" indent="0" algn="l" defTabSz="800100">
            <a:lnSpc>
              <a:spcPct val="90000"/>
            </a:lnSpc>
            <a:spcBef>
              <a:spcPct val="0"/>
            </a:spcBef>
            <a:spcAft>
              <a:spcPct val="35000"/>
            </a:spcAft>
            <a:buNone/>
          </a:pPr>
          <a:r>
            <a:rPr lang="en-US" sz="1800" kern="1200" dirty="0"/>
            <a:t>Administer the survey</a:t>
          </a:r>
        </a:p>
      </dsp:txBody>
      <dsp:txXfrm>
        <a:off x="2696685" y="384513"/>
        <a:ext cx="1676433" cy="670573"/>
      </dsp:txXfrm>
    </dsp:sp>
    <dsp:sp modelId="{5CFCE012-0CDD-42EC-9857-AABA987FA113}">
      <dsp:nvSpPr>
        <dsp:cNvPr id="0" name=""/>
        <dsp:cNvSpPr/>
      </dsp:nvSpPr>
      <dsp:spPr>
        <a:xfrm>
          <a:off x="3040051" y="1055086"/>
          <a:ext cx="1676433" cy="2624399"/>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8016" tIns="128016" rIns="128016" bIns="128016" numCol="1" spcCol="1270" anchor="t" anchorCtr="0">
          <a:noAutofit/>
        </a:bodyPr>
        <a:lstStyle/>
        <a:p>
          <a:pPr marL="171450" lvl="1" indent="-171450" algn="l" defTabSz="800100">
            <a:lnSpc>
              <a:spcPct val="90000"/>
            </a:lnSpc>
            <a:spcBef>
              <a:spcPct val="0"/>
            </a:spcBef>
            <a:spcAft>
              <a:spcPct val="15000"/>
            </a:spcAft>
            <a:buChar char="•"/>
          </a:pPr>
          <a:r>
            <a:rPr lang="en-US" sz="1800" kern="1200" dirty="0"/>
            <a:t>Give the survey based on the survey mode</a:t>
          </a:r>
        </a:p>
        <a:p>
          <a:pPr marL="171450" lvl="1" indent="-171450" algn="l" defTabSz="800100">
            <a:lnSpc>
              <a:spcPct val="90000"/>
            </a:lnSpc>
            <a:spcBef>
              <a:spcPct val="0"/>
            </a:spcBef>
            <a:spcAft>
              <a:spcPct val="15000"/>
            </a:spcAft>
            <a:buChar char="•"/>
          </a:pPr>
          <a:r>
            <a:rPr lang="en-US" sz="1800" kern="1200" dirty="0"/>
            <a:t>Monitor data collection</a:t>
          </a:r>
        </a:p>
        <a:p>
          <a:pPr marL="171450" lvl="1" indent="-171450" algn="l" defTabSz="800100">
            <a:lnSpc>
              <a:spcPct val="90000"/>
            </a:lnSpc>
            <a:spcBef>
              <a:spcPct val="0"/>
            </a:spcBef>
            <a:spcAft>
              <a:spcPct val="15000"/>
            </a:spcAft>
            <a:buChar char="•"/>
          </a:pPr>
          <a:r>
            <a:rPr lang="en-US" sz="1800" kern="1200" dirty="0"/>
            <a:t>Follow up</a:t>
          </a:r>
        </a:p>
      </dsp:txBody>
      <dsp:txXfrm>
        <a:off x="3089152" y="1104187"/>
        <a:ext cx="1578231" cy="2526197"/>
      </dsp:txXfrm>
    </dsp:sp>
    <dsp:sp modelId="{DBBFE899-7651-43F4-8E5B-238E63145DA5}">
      <dsp:nvSpPr>
        <dsp:cNvPr id="0" name=""/>
        <dsp:cNvSpPr/>
      </dsp:nvSpPr>
      <dsp:spPr>
        <a:xfrm>
          <a:off x="4627260" y="511108"/>
          <a:ext cx="538779" cy="41738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a:p>
      </dsp:txBody>
      <dsp:txXfrm>
        <a:off x="4627260" y="594585"/>
        <a:ext cx="413564" cy="250429"/>
      </dsp:txXfrm>
    </dsp:sp>
    <dsp:sp modelId="{B8E1C2D5-105C-4B2D-AE73-26EFF812921D}">
      <dsp:nvSpPr>
        <dsp:cNvPr id="0" name=""/>
        <dsp:cNvSpPr/>
      </dsp:nvSpPr>
      <dsp:spPr>
        <a:xfrm>
          <a:off x="5389684" y="384513"/>
          <a:ext cx="1676433" cy="1005860"/>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68580" numCol="1" spcCol="1270" anchor="t" anchorCtr="0">
          <a:noAutofit/>
        </a:bodyPr>
        <a:lstStyle/>
        <a:p>
          <a:pPr marL="0" lvl="0" indent="0" algn="l" defTabSz="800100">
            <a:lnSpc>
              <a:spcPct val="90000"/>
            </a:lnSpc>
            <a:spcBef>
              <a:spcPct val="0"/>
            </a:spcBef>
            <a:spcAft>
              <a:spcPct val="35000"/>
            </a:spcAft>
            <a:buNone/>
          </a:pPr>
          <a:r>
            <a:rPr lang="en-US" sz="1800" kern="1200" dirty="0"/>
            <a:t>Data analysis</a:t>
          </a:r>
        </a:p>
      </dsp:txBody>
      <dsp:txXfrm>
        <a:off x="5389684" y="384513"/>
        <a:ext cx="1676433" cy="670573"/>
      </dsp:txXfrm>
    </dsp:sp>
    <dsp:sp modelId="{32678048-CD52-40C6-866A-75EAE80A0894}">
      <dsp:nvSpPr>
        <dsp:cNvPr id="0" name=""/>
        <dsp:cNvSpPr/>
      </dsp:nvSpPr>
      <dsp:spPr>
        <a:xfrm>
          <a:off x="5733050" y="1055086"/>
          <a:ext cx="1676433" cy="2624399"/>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8016" tIns="128016" rIns="128016" bIns="128016" numCol="1" spcCol="1270" anchor="t" anchorCtr="0">
          <a:noAutofit/>
        </a:bodyPr>
        <a:lstStyle/>
        <a:p>
          <a:pPr marL="171450" lvl="1" indent="-171450" algn="l" defTabSz="800100">
            <a:lnSpc>
              <a:spcPct val="90000"/>
            </a:lnSpc>
            <a:spcBef>
              <a:spcPct val="0"/>
            </a:spcBef>
            <a:spcAft>
              <a:spcPct val="15000"/>
            </a:spcAft>
            <a:buChar char="•"/>
          </a:pPr>
          <a:r>
            <a:rPr lang="en-US" sz="1800" kern="1200" dirty="0"/>
            <a:t>Evaluate survey quality</a:t>
          </a:r>
        </a:p>
        <a:p>
          <a:pPr marL="171450" lvl="1" indent="-171450" algn="l" defTabSz="800100">
            <a:lnSpc>
              <a:spcPct val="90000"/>
            </a:lnSpc>
            <a:spcBef>
              <a:spcPct val="0"/>
            </a:spcBef>
            <a:spcAft>
              <a:spcPct val="15000"/>
            </a:spcAft>
            <a:buChar char="•"/>
          </a:pPr>
          <a:r>
            <a:rPr lang="en-US" sz="1800" kern="1200" dirty="0"/>
            <a:t>Conduct analysis </a:t>
          </a:r>
        </a:p>
      </dsp:txBody>
      <dsp:txXfrm>
        <a:off x="5782151" y="1104187"/>
        <a:ext cx="1578231" cy="2526197"/>
      </dsp:txXfrm>
    </dsp:sp>
  </dsp:spTree>
</dsp:drawing>
</file>

<file path=ppt/diagrams/layout1.xml><?xml version="1.0" encoding="utf-8"?>
<dgm:layoutDef xmlns:dgm="http://schemas.openxmlformats.org/drawingml/2006/diagram" xmlns:a="http://schemas.openxmlformats.org/drawingml/2006/main" uniqueId="urn:microsoft.com/office/officeart/2005/8/layout/lProcess1">
  <dgm:title val=""/>
  <dgm:desc val=""/>
  <dgm:catLst>
    <dgm:cat type="process" pri="1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0" destId="2" srcOrd="0" destOrd="0"/>
        <dgm:cxn modelId="6" srcId="1" destId="3" srcOrd="1" destOrd="0"/>
        <dgm:cxn modelId="23" srcId="2" destId="21" srcOrd="0" destOrd="0"/>
        <dgm:cxn modelId="24" srcId="2" destId="22" srcOrd="1" destOrd="0"/>
        <dgm:cxn modelId="33" srcId="1" destId="31" srcOrd="0" destOrd="0"/>
      </dgm:cxnLst>
      <dgm:bg/>
      <dgm:whole/>
    </dgm:dataModel>
  </dgm:sampData>
  <dgm:styleData>
    <dgm:dataModel>
      <dgm:ptLst>
        <dgm:pt modelId="0" type="doc"/>
        <dgm:pt modelId="1"/>
        <dgm:pt modelId="11"/>
        <dgm:pt modelId="2"/>
        <dgm:pt modelId="22"/>
      </dgm:ptLst>
      <dgm:cxnLst>
        <dgm:cxn modelId="3" srcId="0" destId="1" srcOrd="0" destOrd="0"/>
        <dgm:cxn modelId="4" srcId="0" destId="2" srcOrd="0" destOrd="0"/>
        <dgm:cxn modelId="5" srcId="1" destId="11" srcOrd="0" destOrd="0"/>
        <dgm:cxn modelId="6" srcId="2" destId="22"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51" srcId="1" destId="11" srcOrd="0" destOrd="0"/>
        <dgm:cxn modelId="61" srcId="2" destId="21" srcOrd="0" destOrd="0"/>
        <dgm:cxn modelId="71" srcId="3" destId="31" srcOrd="0" destOrd="0"/>
        <dgm:cxn modelId="81"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L"/>
          <dgm:param type="vertAlign" val="mid"/>
          <dgm:param type="nodeHorzAlign" val="l"/>
          <dgm:param type="nodeVertAlign" val="t"/>
          <dgm:param type="fallback" val="2D"/>
        </dgm:alg>
      </dgm:if>
      <dgm:else name="Name3">
        <dgm:alg type="lin">
          <dgm:param type="linDir" val="fromR"/>
          <dgm:param type="vertAlign" val="mid"/>
          <dgm:param type="nodeHorzAlign" val="r"/>
          <dgm:param type="nodeVertAlign" val="t"/>
          <dgm:param type="fallback" val="2D"/>
        </dgm:alg>
      </dgm:else>
    </dgm:choose>
    <dgm:shape xmlns:r="http://schemas.openxmlformats.org/officeDocument/2006/relationships" r:blip="">
      <dgm:adjLst/>
    </dgm:shape>
    <dgm:presOf/>
    <dgm:constrLst>
      <dgm:constr type="h" for="des" forName="header" refType="h"/>
      <dgm:constr type="w" for="des" forName="header" refType="h" refFor="des" refForName="header" op="equ" fact="4"/>
      <dgm:constr type="h" for="des" forName="child" refType="h" refFor="des" refForName="header" op="equ"/>
      <dgm:constr type="w" for="des" forName="child" refType="w" refFor="des" refForName="header" op="equ"/>
      <dgm:constr type="w" for="ch" forName="hSp" refType="w" refFor="des" refForName="header" op="equ" fact="0.14"/>
      <dgm:constr type="h" for="des" forName="parTrans" refType="h" refFor="des" refForName="header" op="equ" fact="0.35"/>
      <dgm:constr type="h" for="des" forName="sibTrans" refType="h" refFor="des" refForName="parTrans" op="equ"/>
      <dgm:constr type="primFontSz" for="des" forName="child" op="equ" val="65"/>
      <dgm:constr type="primFontSz" for="des" forName="header" op="equ" val="65"/>
    </dgm:constrLst>
    <dgm:ruleLst/>
    <dgm:forEach name="Name4" axis="ch" ptType="node">
      <dgm:layoutNode name="vertFlow">
        <dgm:choose name="Name5">
          <dgm:if name="Name6" func="var" arg="dir" op="equ" val="norm">
            <dgm:alg type="lin">
              <dgm:param type="linDir" val="fromT"/>
              <dgm:param type="nodeHorzAlign" val="ctr"/>
              <dgm:param type="nodeVertAlign" val="t"/>
              <dgm:param type="fallback" val="2D"/>
            </dgm:alg>
          </dgm:if>
          <dgm:else name="Name7">
            <dgm:alg type="lin">
              <dgm:param type="linDir" val="fromT"/>
              <dgm:param type="nodeHorzAlign" val="ctr"/>
              <dgm:param type="nodeVertAlign" val="t"/>
              <dgm:param type="fallback" val="2D"/>
            </dgm:alg>
          </dgm:else>
        </dgm:choose>
        <dgm:shape xmlns:r="http://schemas.openxmlformats.org/officeDocument/2006/relationships" r:blip="">
          <dgm:adjLst/>
        </dgm:shape>
        <dgm:presOf/>
        <dgm:constrLst/>
        <dgm:ruleLst/>
        <dgm:layoutNode name="header" styleLbl="node1">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8" axis="ch" ptType="parTrans" cnt="1">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w" refType="h"/>
              <dgm:constr type="connDist"/>
              <dgm:constr type="wArH" refType="h" fact="0.25"/>
              <dgm:constr type="hArH" refType="wArH" fact="2"/>
              <dgm:constr type="stemThick" refType="hArH" fact="0.667"/>
              <dgm:constr type="begPad" refType="connDist" fact="0.25"/>
              <dgm:constr type="endPad" refType="connDist" fact="0.25"/>
            </dgm:constrLst>
            <dgm:ruleLst/>
          </dgm:layoutNode>
        </dgm:forEach>
        <dgm:forEach name="Name9" axis="ch" ptType="node">
          <dgm:layoutNode name="child" styleLbl="alignAccFollowNode1">
            <dgm:varLst>
              <dgm:chMax val="0"/>
              <dgm:bulletEnabled val="1"/>
            </dgm:varLst>
            <dgm:alg type="tx"/>
            <dgm:shape xmlns:r="http://schemas.openxmlformats.org/officeDocument/2006/relationships" type="roundRect" r:blip="">
              <dgm:adjLst>
                <dgm:adj idx="1" val="0.1"/>
              </dgm:adjLst>
            </dgm:shape>
            <dgm:presOf axis="desOrSelf" ptType="nod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0" axis="followSib" ptType="sibTrans" cnt="1">
            <dgm:layoutNode name="sibTrans" styleLbl="sibTrans2D1">
              <dgm:alg type="conn">
                <dgm:param type="begPts" val="auto"/>
                <dgm:param type="endPts" val="auto"/>
              </dgm:alg>
              <dgm:shape xmlns:r="http://schemas.openxmlformats.org/officeDocument/2006/relationships" type="conn" r:blip="">
                <dgm:adjLst/>
              </dgm:shape>
              <dgm:presOf axis="self"/>
              <dgm:constrLst>
                <dgm:constr type="w" refType="h"/>
                <dgm:constr type="connDist"/>
                <dgm:constr type="wArH" refType="h" fact="0.25"/>
                <dgm:constr type="hArH" refType="wArH" fact="2"/>
                <dgm:constr type="stemThick" refType="hArH" fact="0.667"/>
                <dgm:constr type="begPad" refType="w" fact="0.25"/>
                <dgm:constr type="endPad" refType="w" fact="0.25"/>
              </dgm:constrLst>
              <dgm:ruleLst/>
            </dgm:layoutNode>
          </dgm:forEach>
        </dgm:forEach>
      </dgm:layoutNode>
      <dgm:choose name="Name11">
        <dgm:if name="Name12" axis="self" ptType="node" func="revPos" op="gte" val="2">
          <dgm:layoutNode name="hSp">
            <dgm:alg type="sp"/>
            <dgm:shape xmlns:r="http://schemas.openxmlformats.org/officeDocument/2006/relationships" r:blip="">
              <dgm:adjLst/>
            </dgm:shape>
            <dgm:presOf/>
            <dgm:constrLst/>
            <dgm:ruleLst/>
          </dgm:layoutNode>
        </dgm:if>
        <dgm:else name="Name13"/>
      </dgm:choose>
    </dgm:forEach>
  </dgm:layoutNode>
</dgm:layoutDef>
</file>

<file path=ppt/diagrams/layout2.xml><?xml version="1.0" encoding="utf-8"?>
<dgm:layoutDef xmlns:dgm="http://schemas.openxmlformats.org/drawingml/2006/diagram" xmlns:a="http://schemas.openxmlformats.org/drawingml/2006/main" uniqueId="urn:microsoft.com/office/officeart/2009/3/layout/StepUpProcess">
  <dgm:title val=""/>
  <dgm:desc val=""/>
  <dgm:catLst>
    <dgm:cat type="process" pri="13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bL"/>
          <dgm:param type="flowDir" val="row"/>
          <dgm:param type="off" val="off"/>
          <dgm:param type="bkpt" val="fixed"/>
          <dgm:param type="bkPtFixedVal" val="1"/>
        </dgm:alg>
      </dgm:if>
      <dgm:else name="Name2">
        <dgm:alg type="snake">
          <dgm:param type="grDir" val="bR"/>
          <dgm:param type="flowDir" val="row"/>
          <dgm:param type="off" val="off"/>
          <dgm:param type="bkpt" val="fixed"/>
          <dgm:param type="bkPtFixedVal" val="1"/>
        </dgm:alg>
      </dgm:else>
    </dgm:choose>
    <dgm:shape xmlns:r="http://schemas.openxmlformats.org/officeDocument/2006/relationships" r:blip="">
      <dgm:adjLst/>
    </dgm:shape>
    <dgm:constrLst>
      <dgm:constr type="alignOff" forName="rootnode" val="1"/>
      <dgm:constr type="primFontSz" for="des" ptType="node" op="equ" val="65"/>
      <dgm:constr type="w" for="ch" forName="composite" refType="w"/>
      <dgm:constr type="h" for="ch" forName="composite" refType="h"/>
      <dgm:constr type="sp" refType="h" refFor="ch" refForName="composite" op="equ" fact="-0.765"/>
      <dgm:constr type="w" for="ch" forName="sibTrans" refType="w" fact="0.103"/>
      <dgm:constr type="h" for="ch" forName="sibTrans" refType="h" fact="0.103"/>
    </dgm:constrLst>
    <dgm:forEach name="nodesForEach" axis="ch" ptType="node">
      <dgm:layoutNode name="composite">
        <dgm:alg type="composite">
          <dgm:param type="ar" val="0.861"/>
        </dgm:alg>
        <dgm:shape xmlns:r="http://schemas.openxmlformats.org/officeDocument/2006/relationships" r:blip="">
          <dgm:adjLst/>
        </dgm:shape>
        <dgm:choose name="Name3">
          <dgm:if name="Name4" func="var" arg="dir" op="equ" val="norm">
            <dgm:constrLst>
              <dgm:constr type="l" for="ch" forName="LShape" refType="w" fact="0"/>
              <dgm:constr type="t" for="ch" forName="LShape" refType="h" fact="0.2347"/>
              <dgm:constr type="w" for="ch" forName="LShape" refType="w" fact="0.998"/>
              <dgm:constr type="h" for="ch" forName="LShape" refType="h" fact="0.5164"/>
              <dgm:constr type="r" for="ch" forName="ParentText" refType="w"/>
              <dgm:constr type="t" for="ch" forName="ParentText" refType="h" fact="0.32"/>
              <dgm:constr type="w" for="ch" forName="ParentText" refType="w" fact="0.901"/>
              <dgm:constr type="h" for="ch" forName="ParentText" refType="h" fact="0.68"/>
              <dgm:constr type="l" for="ch" forName="Triangle" refType="w" fact="0.83"/>
              <dgm:constr type="t" for="ch" forName="Triangle" refType="h" fact="0"/>
              <dgm:constr type="w" for="ch" forName="Triangle" refType="w" fact="0.17"/>
              <dgm:constr type="h" for="ch" forName="Triangle" refType="w" refFor="ch" refForName="Triangle"/>
            </dgm:constrLst>
          </dgm:if>
          <dgm:else name="Name5">
            <dgm:constrLst>
              <dgm:constr type="l" for="ch" forName="LShape" refType="w" fact="0.002"/>
              <dgm:constr type="t" for="ch" forName="LShape" refType="h" fact="0.2347"/>
              <dgm:constr type="w" for="ch" forName="LShape" refType="w"/>
              <dgm:constr type="h" for="ch" forName="LShape" refType="h" fact="0.5164"/>
              <dgm:constr type="l" for="ch" forName="ParentText" refType="w" fact="0"/>
              <dgm:constr type="t" for="ch" forName="ParentText" refType="h" fact="0.32"/>
              <dgm:constr type="w" for="ch" forName="ParentText" refType="w" fact="0.902"/>
              <dgm:constr type="h" for="ch" forName="ParentText" refType="h" fact="0.68"/>
              <dgm:constr type="l" for="ch" forName="Triangle" refType="w" fact="0"/>
              <dgm:constr type="t" for="ch" forName="Triangle" refType="h" fact="0"/>
              <dgm:constr type="w" for="ch" forName="Triangle" refType="w" fact="0.17"/>
              <dgm:constr type="h" for="ch" forName="Triangle" refType="w" refFor="ch" refForName="Triangle"/>
            </dgm:constrLst>
          </dgm:else>
        </dgm:choose>
        <dgm:layoutNode name="LShape" styleLbl="alignNode1">
          <dgm:alg type="sp"/>
          <dgm:choose name="Name6">
            <dgm:if name="Name7" func="var" arg="dir" op="equ" val="norm">
              <dgm:shape xmlns:r="http://schemas.openxmlformats.org/officeDocument/2006/relationships" rot="90" type="corner" r:blip="">
                <dgm:adjLst>
                  <dgm:adj idx="1" val="0.1612"/>
                  <dgm:adj idx="2" val="0.1611"/>
                </dgm:adjLst>
              </dgm:shape>
            </dgm:if>
            <dgm:else name="Name8">
              <dgm:shape xmlns:r="http://schemas.openxmlformats.org/officeDocument/2006/relationships" rot="180" type="corner" r:blip="">
                <dgm:adjLst>
                  <dgm:adj idx="1" val="0.1612"/>
                  <dgm:adj idx="2" val="0.1611"/>
                </dgm:adjLst>
              </dgm:shape>
            </dgm:else>
          </dgm:choose>
          <dgm:presOf/>
        </dgm:layoutNode>
        <dgm:layoutNode name="ParentText"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followSib" ptType="node" func="cnt" op="gte" val="1">
            <dgm:layoutNode name="Triangle" styleLbl="alignNode1">
              <dgm:alg type="sp"/>
              <dgm:choose name="Name11">
                <dgm:if name="Name12" func="var" arg="dir" op="equ" val="norm">
                  <dgm:shape xmlns:r="http://schemas.openxmlformats.org/officeDocument/2006/relationships" type="triangle" r:blip="">
                    <dgm:adjLst>
                      <dgm:adj idx="1" val="1"/>
                    </dgm:adjLst>
                  </dgm:shape>
                </dgm:if>
                <dgm:else name="Name13">
                  <dgm:shape xmlns:r="http://schemas.openxmlformats.org/officeDocument/2006/relationships" rot="90" type="triangle" r:blip="">
                    <dgm:adjLst>
                      <dgm:adj idx="1" val="1"/>
                    </dgm:adjLst>
                  </dgm:shape>
                </dgm:else>
              </dgm:choose>
              <dgm:presOf/>
            </dgm:layoutNode>
          </dgm:if>
          <dgm:else name="Name14"/>
        </dgm:choose>
      </dgm:layoutNode>
      <dgm:forEach name="sibTransForEach" axis="followSib" ptType="sibTrans" cnt="1">
        <dgm:layoutNode name="sibTrans">
          <dgm:alg type="composite">
            <dgm:param type="ar" val="0.861"/>
          </dgm:alg>
          <dgm:constrLst>
            <dgm:constr type="w" for="ch" forName="space" refType="w"/>
            <dgm:constr type="h" for="ch" forName="space" refType="w"/>
          </dgm:constrLst>
          <dgm:layoutNode name="space" styleLbl="alignNode1">
            <dgm:alg type="sp"/>
            <dgm:shape xmlns:r="http://schemas.openxmlformats.org/officeDocument/2006/relationships" r:blip="">
              <dgm:adjLst/>
            </dgm:shape>
            <dgm:presOf/>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process3">
  <dgm:title val=""/>
  <dgm:desc val=""/>
  <dgm:catLst>
    <dgm:cat type="process" pri="2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3" destOrd="0"/>
        <dgm:cxn modelId="12" srcId="1" destId="11" srcOrd="0" destOrd="0"/>
        <dgm:cxn modelId="23" srcId="2" destId="21" srcOrd="0" destOrd="0"/>
        <dgm:cxn modelId="34" srcId="3" destId="31" srcOrd="0" destOrd="0"/>
      </dgm:cxnLst>
      <dgm:bg/>
      <dgm:whole/>
    </dgm:dataModel>
  </dgm:sampData>
  <dgm:style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osite" refType="w"/>
      <dgm:constr type="w" for="ch" ptType="sibTrans" refType="w" refFor="ch" refForName="composite" fact="0.3333"/>
      <dgm:constr type="w" for="des" forName="parTx"/>
      <dgm:constr type="h" for="des" forName="parTx" op="equ"/>
      <dgm:constr type="h" for="des" forName="parSh" op="equ"/>
      <dgm:constr type="w" for="des" forName="desTx"/>
      <dgm:constr type="h" for="des" forName="desTx" op="equ"/>
      <dgm:constr type="w" for="des" forName="parSh"/>
      <dgm:constr type="primFontSz" for="des" forName="parTx" val="65"/>
      <dgm:constr type="secFontSz" for="des" forName="desTx" refType="primFontSz" refFor="des" refForName="parTx" op="equ"/>
      <dgm:constr type="primFontSz" for="des" forName="connTx" refType="primFontSz" refFor="des" refForName="parTx" fact="0.8"/>
      <dgm:constr type="primFontSz" for="des" forName="connTx" refType="primFontSz" refFor="des" refForName="parTx" op="lte" fact="0.8"/>
      <dgm:constr type="h" for="des" forName="parTx" refType="primFontSz" refFor="des" refForName="parTx" fact="0.8"/>
      <dgm:constr type="h" for="des" forName="parSh" refType="primFontSz" refFor="des" refForName="parTx" fact="1.2"/>
      <dgm:constr type="h" for="des" forName="desTx" refType="primFontSz" refFor="des" refForName="parTx" fact="1.6"/>
      <dgm:constr type="h" for="des" forName="parSh" refType="h" refFor="des" refForName="parTx" op="lte" fact="1.5"/>
      <dgm:constr type="h" for="des" forName="parSh" refType="h" refFor="des" refForName="parTx" op="gte" fact="1.5"/>
    </dgm:constrLst>
    <dgm:ruleLst>
      <dgm:rule type="w" for="ch" forName="composite" val="0" fact="NaN" max="NaN"/>
      <dgm:rule type="primFontSz" for="des" forName="parTx" val="5" fact="NaN" max="NaN"/>
    </dgm:ruleLst>
    <dgm:forEach name="Name3" axis="ch" ptType="node">
      <dgm:layoutNode name="composite">
        <dgm:alg type="composite"/>
        <dgm:shape xmlns:r="http://schemas.openxmlformats.org/officeDocument/2006/relationships" r:blip="">
          <dgm:adjLst/>
        </dgm:shape>
        <dgm:presOf/>
        <dgm:choose name="Name4">
          <dgm:if name="Name5" func="var" arg="dir" op="equ" val="norm">
            <dgm:constrLst>
              <dgm:constr type="h" refType="w" fact="1000"/>
              <dgm:constr type="l" for="ch" forName="parTx"/>
              <dgm:constr type="w" for="ch" forName="parTx" refType="w" fact="0.83"/>
              <dgm:constr type="t" for="ch" forName="parTx"/>
              <dgm:constr type="l" for="ch" forName="parSh"/>
              <dgm:constr type="w" for="ch" forName="parSh" refType="w" refFor="ch" refForName="parTx"/>
              <dgm:constr type="t" for="ch" forName="parSh"/>
              <dgm:constr type="l" for="ch" forName="desTx" refType="w" fact="0.17"/>
              <dgm:constr type="w" for="ch" forName="desTx" refType="w" refFor="ch" refForName="parTx"/>
              <dgm:constr type="t" for="ch" forName="desTx" refType="h" refFor="ch" refForName="parTx"/>
            </dgm:constrLst>
          </dgm:if>
          <dgm:else name="Name6">
            <dgm:constrLst>
              <dgm:constr type="h" refType="w" fact="1000"/>
              <dgm:constr type="l" for="ch" forName="parTx" refType="w" fact="0.17"/>
              <dgm:constr type="w" for="ch" forName="parTx" refType="w" fact="0.83"/>
              <dgm:constr type="t" for="ch" forName="parTx"/>
              <dgm:constr type="l" for="ch" forName="parSh" refType="w" fact="0.15"/>
              <dgm:constr type="w" for="ch" forName="parSh" refType="w" refFor="ch" refForName="parTx"/>
              <dgm:constr type="t" for="ch" forName="parSh"/>
              <dgm:constr type="l" for="ch" forName="desTx"/>
              <dgm:constr type="w" for="ch" forName="desTx" refType="w" refFor="ch" refForName="parTx"/>
              <dgm:constr type="t" for="ch" forName="desTx" refType="h" refFor="ch" refForName="parTx"/>
            </dgm:constrLst>
          </dgm:else>
        </dgm:choose>
        <dgm:ruleLst>
          <dgm:rule type="h" val="INF" fact="NaN" max="NaN"/>
        </dgm:ruleLst>
        <dgm:layoutNode name="parTx">
          <dgm:varLst>
            <dgm:chMax val="0"/>
            <dgm:chPref val="0"/>
            <dgm:bulletEnabled val="1"/>
          </dgm:varLst>
          <dgm:alg type="tx">
            <dgm:param type="parTxLTRAlign" val="l"/>
            <dgm:param type="parTxRTLAlign" val="r"/>
            <dgm:param type="txAnchorVert" val="t"/>
          </dgm:alg>
          <dgm:shape xmlns:r="http://schemas.openxmlformats.org/officeDocument/2006/relationships" type="rect" r:blip="" zOrderOff="1" hideGeom="1">
            <dgm:adjLst>
              <dgm:adj idx="1" val="0.1"/>
            </dgm:adjLst>
          </dgm:shape>
          <dgm:presOf axis="self" ptType="node"/>
          <dgm:constrLst>
            <dgm:constr type="h" refType="w" op="lte" fact="0.4"/>
            <dgm:constr type="bMarg" refType="primFontSz" fact="0.3"/>
            <dgm:constr type="h"/>
          </dgm:constrLst>
          <dgm:ruleLst>
            <dgm:rule type="h" val="INF" fact="NaN" max="NaN"/>
          </dgm:ruleLst>
        </dgm:layoutNode>
        <dgm:layoutNode name="parSh">
          <dgm:alg type="sp"/>
          <dgm:shape xmlns:r="http://schemas.openxmlformats.org/officeDocument/2006/relationships" type="roundRect" r:blip="">
            <dgm:adjLst>
              <dgm:adj idx="1" val="0.1"/>
            </dgm:adjLst>
          </dgm:shape>
          <dgm:presOf axis="self" ptType="node"/>
          <dgm:constrLst>
            <dgm:constr type="h"/>
          </dgm:constrLst>
          <dgm:ruleLst/>
        </dgm:layoutNode>
        <dgm:layoutNode name="desTx" styleLbl="fgAcc1">
          <dgm:varLst>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secFontSz" val="65"/>
            <dgm:constr type="primFontSz" refType="secFontSz"/>
            <dgm:constr type="h"/>
          </dgm:constrLst>
          <dgm:ruleLst>
            <dgm:rule type="h" val="INF" fact="NaN" max="NaN"/>
          </dgm:ruleLst>
        </dgm:layoutNode>
      </dgm:layoutNode>
      <dgm:forEach name="sibTransForEach" axis="followSib" ptType="sibTrans" cnt="1">
        <dgm:layoutNode name="sibTrans">
          <dgm:alg type="conn">
            <dgm:param type="begPts" val="auto"/>
            <dgm:param type="endPts" val="auto"/>
            <dgm:param type="srcNode" val="parTx"/>
            <dgm:param type="dstNode" val="parTx"/>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Tx">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A22EE1A-1E57-4A26-BEAD-BA0F11D4AB95}" type="datetimeFigureOut">
              <a:rPr lang="en-US" smtClean="0"/>
              <a:t>2/3/26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0925CEA-CE71-402A-A3BD-05AB42F89E39}" type="slidenum">
              <a:rPr lang="en-US" smtClean="0"/>
              <a:t>‹#›</a:t>
            </a:fld>
            <a:endParaRPr lang="en-US"/>
          </a:p>
        </p:txBody>
      </p:sp>
    </p:spTree>
    <p:extLst>
      <p:ext uri="{BB962C8B-B14F-4D97-AF65-F5344CB8AC3E}">
        <p14:creationId xmlns:p14="http://schemas.microsoft.com/office/powerpoint/2010/main" val="17955947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0925CEA-CE71-402A-A3BD-05AB42F89E39}" type="slidenum">
              <a:rPr lang="en-US" smtClean="0"/>
              <a:t>1</a:t>
            </a:fld>
            <a:endParaRPr lang="en-US"/>
          </a:p>
        </p:txBody>
      </p:sp>
    </p:spTree>
    <p:extLst>
      <p:ext uri="{BB962C8B-B14F-4D97-AF65-F5344CB8AC3E}">
        <p14:creationId xmlns:p14="http://schemas.microsoft.com/office/powerpoint/2010/main" val="33149546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Purposes describe the reasons for conducting the survey and intended use describes how the survey results will be applied to make decisions in the future; in so doing, they reveal how the survey scores should be interpreted and what variables need to be measured in the survey.</a:t>
            </a:r>
          </a:p>
        </p:txBody>
      </p:sp>
      <p:sp>
        <p:nvSpPr>
          <p:cNvPr id="4" name="Slide Number Placeholder 3"/>
          <p:cNvSpPr>
            <a:spLocks noGrp="1"/>
          </p:cNvSpPr>
          <p:nvPr>
            <p:ph type="sldNum" sz="quarter" idx="5"/>
          </p:nvPr>
        </p:nvSpPr>
        <p:spPr/>
        <p:txBody>
          <a:bodyPr/>
          <a:lstStyle/>
          <a:p>
            <a:fld id="{E0925CEA-CE71-402A-A3BD-05AB42F89E39}" type="slidenum">
              <a:rPr lang="en-US" smtClean="0"/>
              <a:t>3</a:t>
            </a:fld>
            <a:endParaRPr lang="en-US"/>
          </a:p>
        </p:txBody>
      </p:sp>
    </p:spTree>
    <p:extLst>
      <p:ext uri="{BB962C8B-B14F-4D97-AF65-F5344CB8AC3E}">
        <p14:creationId xmlns:p14="http://schemas.microsoft.com/office/powerpoint/2010/main" val="34719048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are trying to measure an attitude, concept, or behavior, there’s a pretty good chance someone has done this before. In the course of your literature review, pay careful attention to how others are measuring the concept you want to measure. They may have already tested the reliability and validity of a measure. An identical question also allows for comparisons across surveys.</a:t>
            </a:r>
          </a:p>
        </p:txBody>
      </p:sp>
      <p:sp>
        <p:nvSpPr>
          <p:cNvPr id="4" name="Slide Number Placeholder 3"/>
          <p:cNvSpPr>
            <a:spLocks noGrp="1"/>
          </p:cNvSpPr>
          <p:nvPr>
            <p:ph type="sldNum" sz="quarter" idx="5"/>
          </p:nvPr>
        </p:nvSpPr>
        <p:spPr/>
        <p:txBody>
          <a:bodyPr/>
          <a:lstStyle/>
          <a:p>
            <a:fld id="{E0925CEA-CE71-402A-A3BD-05AB42F89E39}" type="slidenum">
              <a:rPr lang="en-US" smtClean="0"/>
              <a:t>5</a:t>
            </a:fld>
            <a:endParaRPr lang="en-US"/>
          </a:p>
        </p:txBody>
      </p:sp>
    </p:spTree>
    <p:extLst>
      <p:ext uri="{BB962C8B-B14F-4D97-AF65-F5344CB8AC3E}">
        <p14:creationId xmlns:p14="http://schemas.microsoft.com/office/powerpoint/2010/main" val="28961807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survey review process, more than one content expert (and maybe some target participants) are provided with guidelines to systematically review the items, instructions, and format. Consistency of expert reviews will be checked and if consensus is low, the review process may need to be repeated till consensus is established among reviewers. Other survey review methods include cognitive interview may also be used. Depending on our confidence in the quality of the survey, another round of cognitive interview can be conducted and survey items, instructions, and format revised if needed. We recommend that all newly created survey items be subjected to cognitive interview and expert review, at a minimum. All the data collected will be used to revise the survey design, items, and survey instructions and format.</a:t>
            </a:r>
          </a:p>
          <a:p>
            <a:endParaRPr lang="en-US" dirty="0"/>
          </a:p>
          <a:p>
            <a:r>
              <a:rPr lang="en-US" dirty="0"/>
              <a:t>The step after survey review is pretesting the survey with a (often small) sample of participants to gather some (preliminary) reliability estimates, item quality statistics. In order to pretest, we need to define the population, create a sampling frame, and decide on a sampling method. The method to recruit the pretest sample would ideally be similar to that used in the sampling design for the research.</a:t>
            </a:r>
          </a:p>
          <a:p>
            <a:endParaRPr lang="en-US" dirty="0"/>
          </a:p>
          <a:p>
            <a:r>
              <a:rPr lang="en-US" dirty="0"/>
              <a:t>The final step in pilot testing (field testing) involves administering the final draft to a (often larger) sample of participants recruited using the predetermined sampling plan. This could be (most likely is) the actual administration of the survey to collect data for the research study. The aim is to gather reliability and validity evidence. This may be the last time we actually administer the survey, but the information we gain from pilot testing will contribute to recommendations for item revision for any future use of the survey and also, importantly, to qualifications on interpretation of our results. For example, we may find that an item on one of our measures did not function well and so we may decide to drop that item from our analyses. We may find that an entire measure of a construct had substandard reliability and so only draw tentative conclusions regarding that measure.</a:t>
            </a:r>
          </a:p>
        </p:txBody>
      </p:sp>
      <p:sp>
        <p:nvSpPr>
          <p:cNvPr id="4" name="Slide Number Placeholder 3"/>
          <p:cNvSpPr>
            <a:spLocks noGrp="1"/>
          </p:cNvSpPr>
          <p:nvPr>
            <p:ph type="sldNum" sz="quarter" idx="5"/>
          </p:nvPr>
        </p:nvSpPr>
        <p:spPr/>
        <p:txBody>
          <a:bodyPr/>
          <a:lstStyle/>
          <a:p>
            <a:fld id="{E0925CEA-CE71-402A-A3BD-05AB42F89E39}" type="slidenum">
              <a:rPr lang="en-US" smtClean="0"/>
              <a:t>6</a:t>
            </a:fld>
            <a:endParaRPr lang="en-US"/>
          </a:p>
        </p:txBody>
      </p:sp>
    </p:spTree>
    <p:extLst>
      <p:ext uri="{BB962C8B-B14F-4D97-AF65-F5344CB8AC3E}">
        <p14:creationId xmlns:p14="http://schemas.microsoft.com/office/powerpoint/2010/main" val="30959762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Sheatsley</a:t>
            </a:r>
            <a:r>
              <a:rPr lang="en-US" dirty="0"/>
              <a:t>, Paul. 1983. “Questionnaire Construction and Item Writing.” In Handbook of Survey Research, ed. Peter Rossi, James Wright, and Andy Anderson, pp. 195–230. New York: Academic Press.</a:t>
            </a:r>
          </a:p>
          <a:p>
            <a:endParaRPr lang="en-US" dirty="0"/>
          </a:p>
          <a:p>
            <a:r>
              <a:rPr lang="en-US" dirty="0" err="1"/>
              <a:t>Sudman</a:t>
            </a:r>
            <a:r>
              <a:rPr lang="en-US" dirty="0"/>
              <a:t>, Seymour. 1983. “Applied Sampling.” In Handbook of Survey Research, ed. Peter Rossi, James Wright, and Andy Anderson, pp. 145–194. New York: Academic Press.</a:t>
            </a:r>
          </a:p>
        </p:txBody>
      </p:sp>
      <p:sp>
        <p:nvSpPr>
          <p:cNvPr id="4" name="Slide Number Placeholder 3"/>
          <p:cNvSpPr>
            <a:spLocks noGrp="1"/>
          </p:cNvSpPr>
          <p:nvPr>
            <p:ph type="sldNum" sz="quarter" idx="5"/>
          </p:nvPr>
        </p:nvSpPr>
        <p:spPr/>
        <p:txBody>
          <a:bodyPr/>
          <a:lstStyle/>
          <a:p>
            <a:fld id="{E0925CEA-CE71-402A-A3BD-05AB42F89E39}" type="slidenum">
              <a:rPr lang="en-US" smtClean="0"/>
              <a:t>7</a:t>
            </a:fld>
            <a:endParaRPr lang="en-US"/>
          </a:p>
        </p:txBody>
      </p:sp>
    </p:spTree>
    <p:extLst>
      <p:ext uri="{BB962C8B-B14F-4D97-AF65-F5344CB8AC3E}">
        <p14:creationId xmlns:p14="http://schemas.microsoft.com/office/powerpoint/2010/main" val="10251437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a survey is constructed and revised through multiple iterations of gathering feedback from different people and monitoring the quality of items and scales, if the survey is deemed sound, it is administered according to the sampling design, data are collected and analyzed, and finally findings are presented in a report.</a:t>
            </a:r>
          </a:p>
          <a:p>
            <a:endParaRPr lang="en-US" dirty="0"/>
          </a:p>
          <a:p>
            <a:r>
              <a:rPr lang="en-US" dirty="0"/>
              <a:t>the actual administration of the survey to collect data for the study could be the same as field testing or occur after field testing. If field testing is not conducted, researchers are risking a chance of finding out that the validity evidences do not support the stated hypotheses and hence the survey responses could not be interpreted and used as intended.</a:t>
            </a:r>
          </a:p>
        </p:txBody>
      </p:sp>
      <p:sp>
        <p:nvSpPr>
          <p:cNvPr id="4" name="Slide Number Placeholder 3"/>
          <p:cNvSpPr>
            <a:spLocks noGrp="1"/>
          </p:cNvSpPr>
          <p:nvPr>
            <p:ph type="sldNum" sz="quarter" idx="5"/>
          </p:nvPr>
        </p:nvSpPr>
        <p:spPr/>
        <p:txBody>
          <a:bodyPr/>
          <a:lstStyle/>
          <a:p>
            <a:fld id="{E0925CEA-CE71-402A-A3BD-05AB42F89E39}" type="slidenum">
              <a:rPr lang="en-US" smtClean="0"/>
              <a:t>8</a:t>
            </a:fld>
            <a:endParaRPr lang="en-US"/>
          </a:p>
        </p:txBody>
      </p:sp>
    </p:spTree>
    <p:extLst>
      <p:ext uri="{BB962C8B-B14F-4D97-AF65-F5344CB8AC3E}">
        <p14:creationId xmlns:p14="http://schemas.microsoft.com/office/powerpoint/2010/main" val="113731219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file://localhost/Users/ranja/Documents/5-resources/ppt/2018%20ppt-with%20R/new/working%20files/graphics_4x3-M-gold.png"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7170" name="Rectangle 2"/>
          <p:cNvSpPr>
            <a:spLocks noGrp="1" noChangeArrowheads="1"/>
          </p:cNvSpPr>
          <p:nvPr>
            <p:ph type="ctrTitle"/>
          </p:nvPr>
        </p:nvSpPr>
        <p:spPr>
          <a:xfrm>
            <a:off x="685800" y="787400"/>
            <a:ext cx="8001000" cy="1143000"/>
          </a:xfrm>
        </p:spPr>
        <p:txBody>
          <a:bodyPr/>
          <a:lstStyle>
            <a:lvl1pPr algn="l">
              <a:defRPr>
                <a:solidFill>
                  <a:srgbClr val="7A0019"/>
                </a:solidFill>
              </a:defRPr>
            </a:lvl1pPr>
          </a:lstStyle>
          <a:p>
            <a:pPr lvl="0"/>
            <a:r>
              <a:rPr lang="en-US" noProof="0"/>
              <a:t>Click to edit Master title style</a:t>
            </a:r>
            <a:endParaRPr lang="en-US" noProof="0" dirty="0"/>
          </a:p>
        </p:txBody>
      </p:sp>
      <p:sp>
        <p:nvSpPr>
          <p:cNvPr id="6" name="Text Placeholder 5"/>
          <p:cNvSpPr>
            <a:spLocks noGrp="1"/>
          </p:cNvSpPr>
          <p:nvPr>
            <p:ph type="body" sz="quarter" idx="10" hasCustomPrompt="1"/>
          </p:nvPr>
        </p:nvSpPr>
        <p:spPr>
          <a:xfrm>
            <a:off x="685800" y="2921000"/>
            <a:ext cx="8001000" cy="609600"/>
          </a:xfrm>
        </p:spPr>
        <p:txBody>
          <a:bodyPr/>
          <a:lstStyle>
            <a:lvl1pPr marL="0" indent="0">
              <a:buNone/>
              <a:defRPr sz="1800">
                <a:solidFill>
                  <a:schemeClr val="tx1">
                    <a:lumMod val="65000"/>
                    <a:lumOff val="35000"/>
                  </a:schemeClr>
                </a:solidFill>
              </a:defRPr>
            </a:lvl1pPr>
            <a:lvl2pPr marL="342946" indent="0">
              <a:buNone/>
              <a:defRPr sz="1800">
                <a:solidFill>
                  <a:srgbClr val="FFFFFF"/>
                </a:solidFill>
              </a:defRPr>
            </a:lvl2pPr>
            <a:lvl3pPr marL="685891" indent="0">
              <a:buNone/>
              <a:defRPr sz="1800">
                <a:solidFill>
                  <a:srgbClr val="FFFFFF"/>
                </a:solidFill>
              </a:defRPr>
            </a:lvl3pPr>
            <a:lvl4pPr marL="1028837" indent="0">
              <a:buNone/>
              <a:defRPr sz="1800">
                <a:solidFill>
                  <a:srgbClr val="FFFFFF"/>
                </a:solidFill>
              </a:defRPr>
            </a:lvl4pPr>
            <a:lvl5pPr marL="1371783" indent="0">
              <a:buNone/>
              <a:defRPr sz="1800">
                <a:solidFill>
                  <a:srgbClr val="FFFFFF"/>
                </a:solidFill>
              </a:defRPr>
            </a:lvl5pPr>
          </a:lstStyle>
          <a:p>
            <a:pPr lvl="0"/>
            <a:r>
              <a:rPr lang="en-US" dirty="0"/>
              <a:t>Presenter/unit/department name</a:t>
            </a:r>
          </a:p>
        </p:txBody>
      </p:sp>
      <p:sp>
        <p:nvSpPr>
          <p:cNvPr id="10" name="Text Placeholder 9"/>
          <p:cNvSpPr>
            <a:spLocks noGrp="1"/>
          </p:cNvSpPr>
          <p:nvPr>
            <p:ph type="body" sz="quarter" idx="12" hasCustomPrompt="1"/>
          </p:nvPr>
        </p:nvSpPr>
        <p:spPr>
          <a:xfrm>
            <a:off x="685800" y="3530600"/>
            <a:ext cx="8001000" cy="508000"/>
          </a:xfrm>
        </p:spPr>
        <p:txBody>
          <a:bodyPr/>
          <a:lstStyle>
            <a:lvl1pPr marL="0" indent="0">
              <a:buNone/>
              <a:defRPr sz="1200">
                <a:solidFill>
                  <a:schemeClr val="tx1">
                    <a:lumMod val="65000"/>
                    <a:lumOff val="35000"/>
                  </a:schemeClr>
                </a:solidFill>
              </a:defRPr>
            </a:lvl1pPr>
            <a:lvl2pPr marL="342946" indent="0">
              <a:buNone/>
              <a:defRPr sz="1200">
                <a:solidFill>
                  <a:srgbClr val="FFFFFF"/>
                </a:solidFill>
              </a:defRPr>
            </a:lvl2pPr>
            <a:lvl3pPr marL="685891" indent="0">
              <a:buNone/>
              <a:defRPr sz="1200">
                <a:solidFill>
                  <a:srgbClr val="FFFFFF"/>
                </a:solidFill>
              </a:defRPr>
            </a:lvl3pPr>
            <a:lvl4pPr marL="1028837" indent="0">
              <a:buNone/>
              <a:defRPr sz="1200">
                <a:solidFill>
                  <a:srgbClr val="FFFFFF"/>
                </a:solidFill>
              </a:defRPr>
            </a:lvl4pPr>
            <a:lvl5pPr marL="1371783" indent="0">
              <a:buNone/>
              <a:defRPr sz="1200">
                <a:solidFill>
                  <a:srgbClr val="FFFFFF"/>
                </a:solidFill>
              </a:defRPr>
            </a:lvl5pPr>
          </a:lstStyle>
          <a:p>
            <a:pPr lvl="0"/>
            <a:r>
              <a:rPr lang="en-US" dirty="0"/>
              <a:t>Date</a:t>
            </a:r>
          </a:p>
        </p:txBody>
      </p:sp>
      <p:pic>
        <p:nvPicPr>
          <p:cNvPr id="8" name="graphics_4x3-M-gold.png" descr="/Users/ranja/Documents/5-resources/ppt/2018 ppt-with R/new/working files/graphics_4x3-M-gold.png">
            <a:extLst>
              <a:ext uri="{FF2B5EF4-FFF2-40B4-BE49-F238E27FC236}">
                <a16:creationId xmlns:a16="http://schemas.microsoft.com/office/drawing/2014/main" id="{BD85783E-02E7-AD5B-1B73-2B1DBD3BD5B1}"/>
              </a:ext>
            </a:extLst>
          </p:cNvPr>
          <p:cNvPicPr>
            <a:picLocks noChangeAspect="1"/>
          </p:cNvPicPr>
          <p:nvPr/>
        </p:nvPicPr>
        <p:blipFill rotWithShape="1">
          <a:blip r:embed="rId2" r:link="rId3" cstate="print">
            <a:extLst>
              <a:ext uri="{28A0092B-C50C-407E-A947-70E740481C1C}">
                <a14:useLocalDpi xmlns:a14="http://schemas.microsoft.com/office/drawing/2010/main"/>
              </a:ext>
            </a:extLst>
          </a:blip>
          <a:srcRect r="10000"/>
          <a:stretch>
            <a:fillRect/>
          </a:stretch>
        </p:blipFill>
        <p:spPr>
          <a:xfrm>
            <a:off x="0" y="6387041"/>
            <a:ext cx="9144000" cy="466344"/>
          </a:xfrm>
          <a:prstGeom prst="rect">
            <a:avLst/>
          </a:prstGeom>
        </p:spPr>
      </p:pic>
      <p:pic>
        <p:nvPicPr>
          <p:cNvPr id="5" name="Picture 4" descr="A cartoon of a beaver with a large letter&#10;&#10;Description automatically generated">
            <a:extLst>
              <a:ext uri="{FF2B5EF4-FFF2-40B4-BE49-F238E27FC236}">
                <a16:creationId xmlns:a16="http://schemas.microsoft.com/office/drawing/2014/main" id="{2A03D404-5F99-3C9D-E8C4-48EF1EA452C9}"/>
              </a:ext>
            </a:extLst>
          </p:cNvPr>
          <p:cNvPicPr>
            <a:picLocks noChangeAspect="1"/>
          </p:cNvPicPr>
          <p:nvPr/>
        </p:nvPicPr>
        <p:blipFill>
          <a:blip r:embed="rId4"/>
          <a:stretch>
            <a:fillRect/>
          </a:stretch>
        </p:blipFill>
        <p:spPr>
          <a:xfrm>
            <a:off x="6400794" y="4956044"/>
            <a:ext cx="2743206" cy="1901956"/>
          </a:xfrm>
          <a:prstGeom prst="rect">
            <a:avLst/>
          </a:prstGeom>
        </p:spPr>
      </p:pic>
    </p:spTree>
    <p:extLst>
      <p:ext uri="{BB962C8B-B14F-4D97-AF65-F5344CB8AC3E}">
        <p14:creationId xmlns:p14="http://schemas.microsoft.com/office/powerpoint/2010/main" val="19467273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891309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5"/>
            <a:ext cx="7772400" cy="1362075"/>
          </a:xfrm>
        </p:spPr>
        <p:txBody>
          <a:bodyPr anchor="t"/>
          <a:lstStyle>
            <a:lvl1pPr algn="l">
              <a:defRPr sz="3000" b="0" i="0" cap="none"/>
            </a:lvl1pPr>
          </a:lstStyle>
          <a:p>
            <a:r>
              <a:rPr lang="en-US"/>
              <a:t>Click to edit Master title style</a:t>
            </a:r>
            <a:endParaRPr lang="en-US" dirty="0"/>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1500"/>
            </a:lvl1pPr>
            <a:lvl2pPr marL="342946" indent="0">
              <a:buNone/>
              <a:defRPr sz="1400"/>
            </a:lvl2pPr>
            <a:lvl3pPr marL="685891" indent="0">
              <a:buNone/>
              <a:defRPr sz="1200"/>
            </a:lvl3pPr>
            <a:lvl4pPr marL="1028837" indent="0">
              <a:buNone/>
              <a:defRPr sz="1100"/>
            </a:lvl4pPr>
            <a:lvl5pPr marL="1371783" indent="0">
              <a:buNone/>
              <a:defRPr sz="1100"/>
            </a:lvl5pPr>
            <a:lvl6pPr marL="1714729" indent="0">
              <a:buNone/>
              <a:defRPr sz="1100"/>
            </a:lvl6pPr>
            <a:lvl7pPr marL="2057674" indent="0">
              <a:buNone/>
              <a:defRPr sz="1100"/>
            </a:lvl7pPr>
            <a:lvl8pPr marL="2400620" indent="0">
              <a:buNone/>
              <a:defRPr sz="1100"/>
            </a:lvl8pPr>
            <a:lvl9pPr marL="2743566" indent="0">
              <a:buNone/>
              <a:defRPr sz="1100"/>
            </a:lvl9pPr>
          </a:lstStyle>
          <a:p>
            <a:pPr lvl="0"/>
            <a:r>
              <a:rPr lang="en-US"/>
              <a:t>Click to edit Master text styles</a:t>
            </a:r>
          </a:p>
        </p:txBody>
      </p:sp>
    </p:spTree>
    <p:extLst>
      <p:ext uri="{BB962C8B-B14F-4D97-AF65-F5344CB8AC3E}">
        <p14:creationId xmlns:p14="http://schemas.microsoft.com/office/powerpoint/2010/main" val="4500517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0" y="1752600"/>
            <a:ext cx="3810000" cy="3962400"/>
          </a:xfrm>
        </p:spPr>
        <p:txBody>
          <a:bodyPr/>
          <a:lstStyle>
            <a:lvl1pPr>
              <a:defRPr sz="2100"/>
            </a:lvl1pPr>
            <a:lvl2pPr>
              <a:defRPr sz="1800"/>
            </a:lvl2pPr>
            <a:lvl3pPr>
              <a:defRPr sz="15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752600"/>
            <a:ext cx="3810000" cy="3962400"/>
          </a:xfrm>
        </p:spPr>
        <p:txBody>
          <a:bodyPr/>
          <a:lstStyle>
            <a:lvl1pPr>
              <a:defRPr sz="2100"/>
            </a:lvl1pPr>
            <a:lvl2pPr>
              <a:defRPr sz="1800"/>
            </a:lvl2pPr>
            <a:lvl3pPr>
              <a:defRPr sz="15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416757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9"/>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7"/>
            <a:ext cx="4040188" cy="639763"/>
          </a:xfrm>
        </p:spPr>
        <p:txBody>
          <a:bodyPr anchor="b"/>
          <a:lstStyle>
            <a:lvl1pPr marL="0" indent="0">
              <a:buNone/>
              <a:defRPr sz="1800" b="1"/>
            </a:lvl1pPr>
            <a:lvl2pPr marL="342946" indent="0">
              <a:buNone/>
              <a:defRPr sz="1500" b="1"/>
            </a:lvl2pPr>
            <a:lvl3pPr marL="685891" indent="0">
              <a:buNone/>
              <a:defRPr sz="1400" b="1"/>
            </a:lvl3pPr>
            <a:lvl4pPr marL="1028837" indent="0">
              <a:buNone/>
              <a:defRPr sz="1200" b="1"/>
            </a:lvl4pPr>
            <a:lvl5pPr marL="1371783" indent="0">
              <a:buNone/>
              <a:defRPr sz="1200" b="1"/>
            </a:lvl5pPr>
            <a:lvl6pPr marL="1714729" indent="0">
              <a:buNone/>
              <a:defRPr sz="1200" b="1"/>
            </a:lvl6pPr>
            <a:lvl7pPr marL="2057674" indent="0">
              <a:buNone/>
              <a:defRPr sz="1200" b="1"/>
            </a:lvl7pPr>
            <a:lvl8pPr marL="2400620" indent="0">
              <a:buNone/>
              <a:defRPr sz="1200" b="1"/>
            </a:lvl8pPr>
            <a:lvl9pPr marL="2743566"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1800"/>
            </a:lvl1pPr>
            <a:lvl2pPr>
              <a:defRPr sz="15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8" y="1535117"/>
            <a:ext cx="4041775" cy="639763"/>
          </a:xfrm>
        </p:spPr>
        <p:txBody>
          <a:bodyPr anchor="b"/>
          <a:lstStyle>
            <a:lvl1pPr marL="0" indent="0">
              <a:buNone/>
              <a:defRPr sz="1800" b="1"/>
            </a:lvl1pPr>
            <a:lvl2pPr marL="342946" indent="0">
              <a:buNone/>
              <a:defRPr sz="1500" b="1"/>
            </a:lvl2pPr>
            <a:lvl3pPr marL="685891" indent="0">
              <a:buNone/>
              <a:defRPr sz="1400" b="1"/>
            </a:lvl3pPr>
            <a:lvl4pPr marL="1028837" indent="0">
              <a:buNone/>
              <a:defRPr sz="1200" b="1"/>
            </a:lvl4pPr>
            <a:lvl5pPr marL="1371783" indent="0">
              <a:buNone/>
              <a:defRPr sz="1200" b="1"/>
            </a:lvl5pPr>
            <a:lvl6pPr marL="1714729" indent="0">
              <a:buNone/>
              <a:defRPr sz="1200" b="1"/>
            </a:lvl6pPr>
            <a:lvl7pPr marL="2057674" indent="0">
              <a:buNone/>
              <a:defRPr sz="1200" b="1"/>
            </a:lvl7pPr>
            <a:lvl8pPr marL="2400620" indent="0">
              <a:buNone/>
              <a:defRPr sz="1200" b="1"/>
            </a:lvl8pPr>
            <a:lvl9pPr marL="2743566"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8" y="2174875"/>
            <a:ext cx="4041775" cy="3951288"/>
          </a:xfrm>
        </p:spPr>
        <p:txBody>
          <a:bodyPr/>
          <a:lstStyle>
            <a:lvl1pPr>
              <a:defRPr sz="1800"/>
            </a:lvl1pPr>
            <a:lvl2pPr>
              <a:defRPr sz="15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880152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2416785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2410111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5" y="273053"/>
            <a:ext cx="3008313" cy="1162051"/>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73057"/>
            <a:ext cx="5111750"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5" y="1435104"/>
            <a:ext cx="3008313" cy="4691063"/>
          </a:xfrm>
        </p:spPr>
        <p:txBody>
          <a:bodyPr/>
          <a:lstStyle>
            <a:lvl1pPr marL="0" indent="0">
              <a:buNone/>
              <a:defRPr sz="1100"/>
            </a:lvl1pPr>
            <a:lvl2pPr marL="342946" indent="0">
              <a:buNone/>
              <a:defRPr sz="900"/>
            </a:lvl2pPr>
            <a:lvl3pPr marL="685891" indent="0">
              <a:buNone/>
              <a:defRPr sz="800"/>
            </a:lvl3pPr>
            <a:lvl4pPr marL="1028837" indent="0">
              <a:buNone/>
              <a:defRPr sz="700"/>
            </a:lvl4pPr>
            <a:lvl5pPr marL="1371783" indent="0">
              <a:buNone/>
              <a:defRPr sz="700"/>
            </a:lvl5pPr>
            <a:lvl6pPr marL="1714729" indent="0">
              <a:buNone/>
              <a:defRPr sz="700"/>
            </a:lvl6pPr>
            <a:lvl7pPr marL="2057674" indent="0">
              <a:buNone/>
              <a:defRPr sz="700"/>
            </a:lvl7pPr>
            <a:lvl8pPr marL="2400620" indent="0">
              <a:buNone/>
              <a:defRPr sz="700"/>
            </a:lvl8pPr>
            <a:lvl9pPr marL="2743566" indent="0">
              <a:buNone/>
              <a:defRPr sz="700"/>
            </a:lvl9pPr>
          </a:lstStyle>
          <a:p>
            <a:pPr lvl="0"/>
            <a:r>
              <a:rPr lang="en-US"/>
              <a:t>Click to edit Master text styles</a:t>
            </a:r>
          </a:p>
        </p:txBody>
      </p:sp>
    </p:spTree>
    <p:extLst>
      <p:ext uri="{BB962C8B-B14F-4D97-AF65-F5344CB8AC3E}">
        <p14:creationId xmlns:p14="http://schemas.microsoft.com/office/powerpoint/2010/main" val="16496241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4"/>
            <a:ext cx="5486400" cy="566739"/>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2400"/>
            </a:lvl1pPr>
            <a:lvl2pPr marL="342946" indent="0">
              <a:buNone/>
              <a:defRPr sz="2100"/>
            </a:lvl2pPr>
            <a:lvl3pPr marL="685891" indent="0">
              <a:buNone/>
              <a:defRPr sz="1800"/>
            </a:lvl3pPr>
            <a:lvl4pPr marL="1028837" indent="0">
              <a:buNone/>
              <a:defRPr sz="1500"/>
            </a:lvl4pPr>
            <a:lvl5pPr marL="1371783" indent="0">
              <a:buNone/>
              <a:defRPr sz="1500"/>
            </a:lvl5pPr>
            <a:lvl6pPr marL="1714729" indent="0">
              <a:buNone/>
              <a:defRPr sz="1500"/>
            </a:lvl6pPr>
            <a:lvl7pPr marL="2057674" indent="0">
              <a:buNone/>
              <a:defRPr sz="1500"/>
            </a:lvl7pPr>
            <a:lvl8pPr marL="2400620" indent="0">
              <a:buNone/>
              <a:defRPr sz="1500"/>
            </a:lvl8pPr>
            <a:lvl9pPr marL="2743566" indent="0">
              <a:buNone/>
              <a:defRPr sz="1500"/>
            </a:lvl9pPr>
          </a:lstStyle>
          <a:p>
            <a:pPr lvl="0"/>
            <a:r>
              <a:rPr lang="en-US" noProof="0"/>
              <a:t>Click icon to add picture</a:t>
            </a:r>
          </a:p>
        </p:txBody>
      </p:sp>
      <p:sp>
        <p:nvSpPr>
          <p:cNvPr id="4" name="Text Placeholder 3"/>
          <p:cNvSpPr>
            <a:spLocks noGrp="1"/>
          </p:cNvSpPr>
          <p:nvPr>
            <p:ph type="body" sz="half" idx="2"/>
          </p:nvPr>
        </p:nvSpPr>
        <p:spPr>
          <a:xfrm>
            <a:off x="1792288" y="5367342"/>
            <a:ext cx="5486400" cy="804863"/>
          </a:xfrm>
        </p:spPr>
        <p:txBody>
          <a:bodyPr/>
          <a:lstStyle>
            <a:lvl1pPr marL="0" indent="0">
              <a:buNone/>
              <a:defRPr sz="1100"/>
            </a:lvl1pPr>
            <a:lvl2pPr marL="342946" indent="0">
              <a:buNone/>
              <a:defRPr sz="900"/>
            </a:lvl2pPr>
            <a:lvl3pPr marL="685891" indent="0">
              <a:buNone/>
              <a:defRPr sz="800"/>
            </a:lvl3pPr>
            <a:lvl4pPr marL="1028837" indent="0">
              <a:buNone/>
              <a:defRPr sz="700"/>
            </a:lvl4pPr>
            <a:lvl5pPr marL="1371783" indent="0">
              <a:buNone/>
              <a:defRPr sz="700"/>
            </a:lvl5pPr>
            <a:lvl6pPr marL="1714729" indent="0">
              <a:buNone/>
              <a:defRPr sz="700"/>
            </a:lvl6pPr>
            <a:lvl7pPr marL="2057674" indent="0">
              <a:buNone/>
              <a:defRPr sz="700"/>
            </a:lvl7pPr>
            <a:lvl8pPr marL="2400620" indent="0">
              <a:buNone/>
              <a:defRPr sz="700"/>
            </a:lvl8pPr>
            <a:lvl9pPr marL="2743566" indent="0">
              <a:buNone/>
              <a:defRPr sz="700"/>
            </a:lvl9pPr>
          </a:lstStyle>
          <a:p>
            <a:pPr lvl="0"/>
            <a:r>
              <a:rPr lang="en-US"/>
              <a:t>Click to edit Master text styles</a:t>
            </a:r>
          </a:p>
        </p:txBody>
      </p:sp>
    </p:spTree>
    <p:extLst>
      <p:ext uri="{BB962C8B-B14F-4D97-AF65-F5344CB8AC3E}">
        <p14:creationId xmlns:p14="http://schemas.microsoft.com/office/powerpoint/2010/main" val="40349531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021891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304800"/>
            <a:ext cx="1943100" cy="54102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1" y="304800"/>
            <a:ext cx="5676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920251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file://localhost/Users/ranja/Documents/5-resources/ppt/2018%20ppt-with%20R/new/working%20files/graphics_4x3-M-gold.png" TargetMode="Externa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304800"/>
            <a:ext cx="7772400" cy="114300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FAA26D3D-D897-4be2-8F04-BA451C77F1D7}">
              <ma14:placeholderFlag xmlns:ma14="http://schemas.microsoft.com/office/mac/drawingml/2011/main" xmlns="" val="1"/>
            </a:ext>
          </a:extLst>
        </p:spPr>
        <p:txBody>
          <a:bodyPr vert="horz" wrap="square" lIns="68589" tIns="34295" rIns="68589" bIns="34295" numCol="1" anchor="ctr" anchorCtr="0" compatLnSpc="1">
            <a:prstTxWarp prst="textNoShape">
              <a:avLst/>
            </a:prstTxWarp>
          </a:bodyPr>
          <a:lstStyle/>
          <a:p>
            <a:pPr lvl="0"/>
            <a:r>
              <a:rPr lang="en-US"/>
              <a:t>Click to edit Master title style</a:t>
            </a:r>
            <a:endParaRPr lang="en-US" dirty="0"/>
          </a:p>
        </p:txBody>
      </p:sp>
      <p:sp>
        <p:nvSpPr>
          <p:cNvPr id="1027" name="Rectangle 3"/>
          <p:cNvSpPr>
            <a:spLocks noGrp="1" noChangeArrowheads="1"/>
          </p:cNvSpPr>
          <p:nvPr>
            <p:ph type="body" idx="1"/>
          </p:nvPr>
        </p:nvSpPr>
        <p:spPr bwMode="auto">
          <a:xfrm>
            <a:off x="685800" y="1752600"/>
            <a:ext cx="7772400" cy="396240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FAA26D3D-D897-4be2-8F04-BA451C77F1D7}">
              <ma14:placeholderFlag xmlns:ma14="http://schemas.microsoft.com/office/mac/drawingml/2011/main" xmlns="" val="1"/>
            </a:ext>
          </a:extLst>
        </p:spPr>
        <p:txBody>
          <a:bodyPr vert="horz" wrap="square" lIns="68589" tIns="34295" rIns="68589" bIns="34295"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8" name="graphics_4x3-M-gold.png" descr="/Users/ranja/Documents/5-resources/ppt/2018 ppt-with R/new/working files/graphics_4x3-M-gold.png"/>
          <p:cNvPicPr>
            <a:picLocks noChangeAspect="1"/>
          </p:cNvPicPr>
          <p:nvPr/>
        </p:nvPicPr>
        <p:blipFill>
          <a:blip r:embed="rId13" r:link="rId14" cstate="print">
            <a:extLst>
              <a:ext uri="{28A0092B-C50C-407E-A947-70E740481C1C}">
                <a14:useLocalDpi xmlns:a14="http://schemas.microsoft.com/office/drawing/2010/main"/>
              </a:ext>
            </a:extLst>
          </a:blip>
          <a:stretch>
            <a:fillRect/>
          </a:stretch>
        </p:blipFill>
        <p:spPr>
          <a:xfrm>
            <a:off x="0" y="6387041"/>
            <a:ext cx="9144000" cy="466344"/>
          </a:xfrm>
          <a:prstGeom prst="rect">
            <a:avLst/>
          </a:prstGeom>
        </p:spPr>
      </p:pic>
    </p:spTree>
    <p:extLst>
      <p:ext uri="{BB962C8B-B14F-4D97-AF65-F5344CB8AC3E}">
        <p14:creationId xmlns:p14="http://schemas.microsoft.com/office/powerpoint/2010/main" val="187786125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rtl="0" eaLnBrk="1" fontAlgn="base" hangingPunct="1">
        <a:spcBef>
          <a:spcPct val="0"/>
        </a:spcBef>
        <a:spcAft>
          <a:spcPct val="0"/>
        </a:spcAft>
        <a:defRPr sz="3300" b="0">
          <a:solidFill>
            <a:srgbClr val="7A0019"/>
          </a:solidFill>
          <a:latin typeface="+mj-lt"/>
          <a:ea typeface="ＭＳ Ｐゴシック" charset="0"/>
          <a:cs typeface="ＭＳ Ｐゴシック" charset="0"/>
        </a:defRPr>
      </a:lvl1pPr>
      <a:lvl2pPr algn="ctr" rtl="0" eaLnBrk="1" fontAlgn="base" hangingPunct="1">
        <a:spcBef>
          <a:spcPct val="0"/>
        </a:spcBef>
        <a:spcAft>
          <a:spcPct val="0"/>
        </a:spcAft>
        <a:defRPr sz="3300">
          <a:solidFill>
            <a:srgbClr val="7A0019"/>
          </a:solidFill>
          <a:latin typeface="Corbel" charset="0"/>
          <a:ea typeface="ＭＳ Ｐゴシック" charset="0"/>
          <a:cs typeface="ＭＳ Ｐゴシック" charset="0"/>
        </a:defRPr>
      </a:lvl2pPr>
      <a:lvl3pPr algn="ctr" rtl="0" eaLnBrk="1" fontAlgn="base" hangingPunct="1">
        <a:spcBef>
          <a:spcPct val="0"/>
        </a:spcBef>
        <a:spcAft>
          <a:spcPct val="0"/>
        </a:spcAft>
        <a:defRPr sz="3300">
          <a:solidFill>
            <a:srgbClr val="7A0019"/>
          </a:solidFill>
          <a:latin typeface="Corbel" charset="0"/>
          <a:ea typeface="ＭＳ Ｐゴシック" charset="0"/>
          <a:cs typeface="ＭＳ Ｐゴシック" charset="0"/>
        </a:defRPr>
      </a:lvl3pPr>
      <a:lvl4pPr algn="ctr" rtl="0" eaLnBrk="1" fontAlgn="base" hangingPunct="1">
        <a:spcBef>
          <a:spcPct val="0"/>
        </a:spcBef>
        <a:spcAft>
          <a:spcPct val="0"/>
        </a:spcAft>
        <a:defRPr sz="3300">
          <a:solidFill>
            <a:srgbClr val="7A0019"/>
          </a:solidFill>
          <a:latin typeface="Corbel" charset="0"/>
          <a:ea typeface="ＭＳ Ｐゴシック" charset="0"/>
          <a:cs typeface="ＭＳ Ｐゴシック" charset="0"/>
        </a:defRPr>
      </a:lvl4pPr>
      <a:lvl5pPr algn="ctr" rtl="0" eaLnBrk="1" fontAlgn="base" hangingPunct="1">
        <a:spcBef>
          <a:spcPct val="0"/>
        </a:spcBef>
        <a:spcAft>
          <a:spcPct val="0"/>
        </a:spcAft>
        <a:defRPr sz="3300">
          <a:solidFill>
            <a:srgbClr val="7A0019"/>
          </a:solidFill>
          <a:latin typeface="Corbel" charset="0"/>
          <a:ea typeface="ＭＳ Ｐゴシック" charset="0"/>
          <a:cs typeface="ＭＳ Ｐゴシック" charset="0"/>
        </a:defRPr>
      </a:lvl5pPr>
      <a:lvl6pPr marL="342946" algn="ctr" rtl="0" eaLnBrk="1" fontAlgn="base" hangingPunct="1">
        <a:spcBef>
          <a:spcPct val="0"/>
        </a:spcBef>
        <a:spcAft>
          <a:spcPct val="0"/>
        </a:spcAft>
        <a:defRPr sz="3300">
          <a:solidFill>
            <a:srgbClr val="7A0019"/>
          </a:solidFill>
          <a:latin typeface="Arial" charset="0"/>
          <a:ea typeface="ＭＳ Ｐゴシック" charset="0"/>
          <a:cs typeface="ＭＳ Ｐゴシック" charset="0"/>
        </a:defRPr>
      </a:lvl6pPr>
      <a:lvl7pPr marL="685891" algn="ctr" rtl="0" eaLnBrk="1" fontAlgn="base" hangingPunct="1">
        <a:spcBef>
          <a:spcPct val="0"/>
        </a:spcBef>
        <a:spcAft>
          <a:spcPct val="0"/>
        </a:spcAft>
        <a:defRPr sz="3300">
          <a:solidFill>
            <a:srgbClr val="7A0019"/>
          </a:solidFill>
          <a:latin typeface="Arial" charset="0"/>
          <a:ea typeface="ＭＳ Ｐゴシック" charset="0"/>
          <a:cs typeface="ＭＳ Ｐゴシック" charset="0"/>
        </a:defRPr>
      </a:lvl7pPr>
      <a:lvl8pPr marL="1028837" algn="ctr" rtl="0" eaLnBrk="1" fontAlgn="base" hangingPunct="1">
        <a:spcBef>
          <a:spcPct val="0"/>
        </a:spcBef>
        <a:spcAft>
          <a:spcPct val="0"/>
        </a:spcAft>
        <a:defRPr sz="3300">
          <a:solidFill>
            <a:srgbClr val="7A0019"/>
          </a:solidFill>
          <a:latin typeface="Arial" charset="0"/>
          <a:ea typeface="ＭＳ Ｐゴシック" charset="0"/>
          <a:cs typeface="ＭＳ Ｐゴシック" charset="0"/>
        </a:defRPr>
      </a:lvl8pPr>
      <a:lvl9pPr marL="1371783" algn="ctr" rtl="0" eaLnBrk="1" fontAlgn="base" hangingPunct="1">
        <a:spcBef>
          <a:spcPct val="0"/>
        </a:spcBef>
        <a:spcAft>
          <a:spcPct val="0"/>
        </a:spcAft>
        <a:defRPr sz="3300">
          <a:solidFill>
            <a:srgbClr val="7A0019"/>
          </a:solidFill>
          <a:latin typeface="Arial" charset="0"/>
          <a:ea typeface="ＭＳ Ｐゴシック" charset="0"/>
          <a:cs typeface="ＭＳ Ｐゴシック" charset="0"/>
        </a:defRPr>
      </a:lvl9pPr>
    </p:titleStyle>
    <p:bodyStyle>
      <a:lvl1pPr marL="257209" indent="-257209" algn="l" rtl="0" eaLnBrk="1" fontAlgn="base" hangingPunct="1">
        <a:spcBef>
          <a:spcPct val="20000"/>
        </a:spcBef>
        <a:spcAft>
          <a:spcPct val="0"/>
        </a:spcAft>
        <a:buClr>
          <a:srgbClr val="7A0019"/>
        </a:buClr>
        <a:buChar char="•"/>
        <a:defRPr sz="2400">
          <a:solidFill>
            <a:srgbClr val="595959"/>
          </a:solidFill>
          <a:latin typeface="+mn-lt"/>
          <a:ea typeface="ＭＳ Ｐゴシック" charset="0"/>
          <a:cs typeface="ＭＳ Ｐゴシック" charset="0"/>
        </a:defRPr>
      </a:lvl1pPr>
      <a:lvl2pPr marL="557287" indent="-214341" algn="l" rtl="0" eaLnBrk="1" fontAlgn="base" hangingPunct="1">
        <a:spcBef>
          <a:spcPct val="20000"/>
        </a:spcBef>
        <a:spcAft>
          <a:spcPct val="0"/>
        </a:spcAft>
        <a:buClr>
          <a:srgbClr val="7A0019"/>
        </a:buClr>
        <a:buChar char="–"/>
        <a:defRPr sz="2100">
          <a:solidFill>
            <a:srgbClr val="595959"/>
          </a:solidFill>
          <a:latin typeface="+mn-lt"/>
          <a:ea typeface="ＭＳ Ｐゴシック" charset="0"/>
        </a:defRPr>
      </a:lvl2pPr>
      <a:lvl3pPr marL="857364" indent="-171473" algn="l" rtl="0" eaLnBrk="1" fontAlgn="base" hangingPunct="1">
        <a:spcBef>
          <a:spcPct val="20000"/>
        </a:spcBef>
        <a:spcAft>
          <a:spcPct val="0"/>
        </a:spcAft>
        <a:buClr>
          <a:srgbClr val="7A0019"/>
        </a:buClr>
        <a:buChar char="•"/>
        <a:defRPr sz="1800">
          <a:solidFill>
            <a:srgbClr val="595959"/>
          </a:solidFill>
          <a:latin typeface="+mn-lt"/>
          <a:ea typeface="ＭＳ Ｐゴシック" charset="0"/>
        </a:defRPr>
      </a:lvl3pPr>
      <a:lvl4pPr marL="1200310" indent="-171473" algn="l" rtl="0" eaLnBrk="1" fontAlgn="base" hangingPunct="1">
        <a:spcBef>
          <a:spcPct val="20000"/>
        </a:spcBef>
        <a:spcAft>
          <a:spcPct val="0"/>
        </a:spcAft>
        <a:buClr>
          <a:srgbClr val="7A0019"/>
        </a:buClr>
        <a:buChar char="–"/>
        <a:defRPr sz="1500">
          <a:solidFill>
            <a:srgbClr val="595959"/>
          </a:solidFill>
          <a:latin typeface="+mn-lt"/>
          <a:ea typeface="ＭＳ Ｐゴシック" charset="0"/>
        </a:defRPr>
      </a:lvl4pPr>
      <a:lvl5pPr marL="1543256" indent="-171473" algn="l" rtl="0" eaLnBrk="1" fontAlgn="base" hangingPunct="1">
        <a:spcBef>
          <a:spcPct val="20000"/>
        </a:spcBef>
        <a:spcAft>
          <a:spcPct val="0"/>
        </a:spcAft>
        <a:buClr>
          <a:srgbClr val="7A0019"/>
        </a:buClr>
        <a:buChar char="»"/>
        <a:defRPr sz="1500">
          <a:solidFill>
            <a:srgbClr val="595959"/>
          </a:solidFill>
          <a:latin typeface="+mn-lt"/>
          <a:ea typeface="ＭＳ Ｐゴシック" charset="0"/>
        </a:defRPr>
      </a:lvl5pPr>
      <a:lvl6pPr marL="1886201" indent="-171473" algn="l" rtl="0" eaLnBrk="1" fontAlgn="base" hangingPunct="1">
        <a:spcBef>
          <a:spcPct val="20000"/>
        </a:spcBef>
        <a:spcAft>
          <a:spcPct val="0"/>
        </a:spcAft>
        <a:buClr>
          <a:srgbClr val="7A0019"/>
        </a:buClr>
        <a:buChar char="»"/>
        <a:defRPr sz="1500">
          <a:solidFill>
            <a:schemeClr val="tx1"/>
          </a:solidFill>
          <a:latin typeface="+mn-lt"/>
          <a:ea typeface="+mn-ea"/>
        </a:defRPr>
      </a:lvl6pPr>
      <a:lvl7pPr marL="2229147" indent="-171473" algn="l" rtl="0" eaLnBrk="1" fontAlgn="base" hangingPunct="1">
        <a:spcBef>
          <a:spcPct val="20000"/>
        </a:spcBef>
        <a:spcAft>
          <a:spcPct val="0"/>
        </a:spcAft>
        <a:buClr>
          <a:srgbClr val="7A0019"/>
        </a:buClr>
        <a:buChar char="»"/>
        <a:defRPr sz="1500">
          <a:solidFill>
            <a:schemeClr val="tx1"/>
          </a:solidFill>
          <a:latin typeface="+mn-lt"/>
          <a:ea typeface="+mn-ea"/>
        </a:defRPr>
      </a:lvl7pPr>
      <a:lvl8pPr marL="2572093" indent="-171473" algn="l" rtl="0" eaLnBrk="1" fontAlgn="base" hangingPunct="1">
        <a:spcBef>
          <a:spcPct val="20000"/>
        </a:spcBef>
        <a:spcAft>
          <a:spcPct val="0"/>
        </a:spcAft>
        <a:buClr>
          <a:srgbClr val="7A0019"/>
        </a:buClr>
        <a:buChar char="»"/>
        <a:defRPr sz="1500">
          <a:solidFill>
            <a:schemeClr val="tx1"/>
          </a:solidFill>
          <a:latin typeface="+mn-lt"/>
          <a:ea typeface="+mn-ea"/>
        </a:defRPr>
      </a:lvl8pPr>
      <a:lvl9pPr marL="2915039" indent="-171473" algn="l" rtl="0" eaLnBrk="1" fontAlgn="base" hangingPunct="1">
        <a:spcBef>
          <a:spcPct val="20000"/>
        </a:spcBef>
        <a:spcAft>
          <a:spcPct val="0"/>
        </a:spcAft>
        <a:buClr>
          <a:srgbClr val="7A0019"/>
        </a:buClr>
        <a:buChar char="»"/>
        <a:defRPr sz="1500">
          <a:solidFill>
            <a:schemeClr val="tx1"/>
          </a:solidFill>
          <a:latin typeface="+mn-lt"/>
          <a:ea typeface="+mn-ea"/>
        </a:defRPr>
      </a:lvl9pPr>
    </p:bodyStyle>
    <p:otherStyle>
      <a:defPPr>
        <a:defRPr lang="en-US"/>
      </a:defPPr>
      <a:lvl1pPr marL="0" algn="l" defTabSz="342946" rtl="0" eaLnBrk="1" latinLnBrk="0" hangingPunct="1">
        <a:defRPr sz="1400" kern="1200">
          <a:solidFill>
            <a:schemeClr val="tx1"/>
          </a:solidFill>
          <a:latin typeface="+mn-lt"/>
          <a:ea typeface="+mn-ea"/>
          <a:cs typeface="+mn-cs"/>
        </a:defRPr>
      </a:lvl1pPr>
      <a:lvl2pPr marL="342946" algn="l" defTabSz="342946" rtl="0" eaLnBrk="1" latinLnBrk="0" hangingPunct="1">
        <a:defRPr sz="1400" kern="1200">
          <a:solidFill>
            <a:schemeClr val="tx1"/>
          </a:solidFill>
          <a:latin typeface="+mn-lt"/>
          <a:ea typeface="+mn-ea"/>
          <a:cs typeface="+mn-cs"/>
        </a:defRPr>
      </a:lvl2pPr>
      <a:lvl3pPr marL="685891" algn="l" defTabSz="342946" rtl="0" eaLnBrk="1" latinLnBrk="0" hangingPunct="1">
        <a:defRPr sz="1400" kern="1200">
          <a:solidFill>
            <a:schemeClr val="tx1"/>
          </a:solidFill>
          <a:latin typeface="+mn-lt"/>
          <a:ea typeface="+mn-ea"/>
          <a:cs typeface="+mn-cs"/>
        </a:defRPr>
      </a:lvl3pPr>
      <a:lvl4pPr marL="1028837" algn="l" defTabSz="342946" rtl="0" eaLnBrk="1" latinLnBrk="0" hangingPunct="1">
        <a:defRPr sz="1400" kern="1200">
          <a:solidFill>
            <a:schemeClr val="tx1"/>
          </a:solidFill>
          <a:latin typeface="+mn-lt"/>
          <a:ea typeface="+mn-ea"/>
          <a:cs typeface="+mn-cs"/>
        </a:defRPr>
      </a:lvl4pPr>
      <a:lvl5pPr marL="1371783" algn="l" defTabSz="342946" rtl="0" eaLnBrk="1" latinLnBrk="0" hangingPunct="1">
        <a:defRPr sz="1400" kern="1200">
          <a:solidFill>
            <a:schemeClr val="tx1"/>
          </a:solidFill>
          <a:latin typeface="+mn-lt"/>
          <a:ea typeface="+mn-ea"/>
          <a:cs typeface="+mn-cs"/>
        </a:defRPr>
      </a:lvl5pPr>
      <a:lvl6pPr marL="1714729" algn="l" defTabSz="342946" rtl="0" eaLnBrk="1" latinLnBrk="0" hangingPunct="1">
        <a:defRPr sz="1400" kern="1200">
          <a:solidFill>
            <a:schemeClr val="tx1"/>
          </a:solidFill>
          <a:latin typeface="+mn-lt"/>
          <a:ea typeface="+mn-ea"/>
          <a:cs typeface="+mn-cs"/>
        </a:defRPr>
      </a:lvl6pPr>
      <a:lvl7pPr marL="2057674" algn="l" defTabSz="342946" rtl="0" eaLnBrk="1" latinLnBrk="0" hangingPunct="1">
        <a:defRPr sz="1400" kern="1200">
          <a:solidFill>
            <a:schemeClr val="tx1"/>
          </a:solidFill>
          <a:latin typeface="+mn-lt"/>
          <a:ea typeface="+mn-ea"/>
          <a:cs typeface="+mn-cs"/>
        </a:defRPr>
      </a:lvl7pPr>
      <a:lvl8pPr marL="2400620" algn="l" defTabSz="342946" rtl="0" eaLnBrk="1" latinLnBrk="0" hangingPunct="1">
        <a:defRPr sz="1400" kern="1200">
          <a:solidFill>
            <a:schemeClr val="tx1"/>
          </a:solidFill>
          <a:latin typeface="+mn-lt"/>
          <a:ea typeface="+mn-ea"/>
          <a:cs typeface="+mn-cs"/>
        </a:defRPr>
      </a:lvl8pPr>
      <a:lvl9pPr marL="2743566" algn="l" defTabSz="342946" rtl="0" eaLnBrk="1" latinLnBrk="0" hangingPunct="1">
        <a:defRPr sz="1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4.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965C8C-CF70-CF3F-9392-E243431AEC0B}"/>
              </a:ext>
            </a:extLst>
          </p:cNvPr>
          <p:cNvSpPr>
            <a:spLocks noGrp="1"/>
          </p:cNvSpPr>
          <p:nvPr>
            <p:ph type="ctrTitle"/>
          </p:nvPr>
        </p:nvSpPr>
        <p:spPr/>
        <p:txBody>
          <a:bodyPr/>
          <a:lstStyle/>
          <a:p>
            <a:r>
              <a:rPr lang="en-US" dirty="0"/>
              <a:t>Survey Development Framework</a:t>
            </a:r>
          </a:p>
        </p:txBody>
      </p:sp>
      <p:sp>
        <p:nvSpPr>
          <p:cNvPr id="3" name="Text Placeholder 2">
            <a:extLst>
              <a:ext uri="{FF2B5EF4-FFF2-40B4-BE49-F238E27FC236}">
                <a16:creationId xmlns:a16="http://schemas.microsoft.com/office/drawing/2014/main" id="{54B6C380-3DF9-E998-2C27-3E061F31EA79}"/>
              </a:ext>
            </a:extLst>
          </p:cNvPr>
          <p:cNvSpPr>
            <a:spLocks noGrp="1"/>
          </p:cNvSpPr>
          <p:nvPr>
            <p:ph type="body" sz="quarter" idx="10"/>
          </p:nvPr>
        </p:nvSpPr>
        <p:spPr/>
        <p:txBody>
          <a:bodyPr/>
          <a:lstStyle/>
          <a:p>
            <a:r>
              <a:rPr lang="en-US" dirty="0"/>
              <a:t>Wenchao Ma</a:t>
            </a:r>
          </a:p>
          <a:p>
            <a:r>
              <a:rPr lang="en-US" dirty="0"/>
              <a:t>University of Minnesota</a:t>
            </a:r>
          </a:p>
          <a:p>
            <a:endParaRPr lang="en-US" dirty="0"/>
          </a:p>
        </p:txBody>
      </p:sp>
      <p:sp>
        <p:nvSpPr>
          <p:cNvPr id="4" name="Text Placeholder 3">
            <a:extLst>
              <a:ext uri="{FF2B5EF4-FFF2-40B4-BE49-F238E27FC236}">
                <a16:creationId xmlns:a16="http://schemas.microsoft.com/office/drawing/2014/main" id="{9D768A85-7F52-262F-2784-53D0D2E9D002}"/>
              </a:ext>
            </a:extLst>
          </p:cNvPr>
          <p:cNvSpPr>
            <a:spLocks noGrp="1"/>
          </p:cNvSpPr>
          <p:nvPr>
            <p:ph type="body" sz="quarter" idx="12"/>
          </p:nvPr>
        </p:nvSpPr>
        <p:spPr>
          <a:xfrm>
            <a:off x="0" y="6070600"/>
            <a:ext cx="8001000" cy="508000"/>
          </a:xfrm>
        </p:spPr>
        <p:txBody>
          <a:bodyPr/>
          <a:lstStyle/>
          <a:p>
            <a:r>
              <a:rPr lang="en-US" b="0" i="0" dirty="0">
                <a:solidFill>
                  <a:srgbClr val="333333"/>
                </a:solidFill>
                <a:effectLst/>
                <a:highlight>
                  <a:srgbClr val="FFFFFF"/>
                </a:highlight>
                <a:latin typeface="Titillium Web" panose="020F0502020204030204" pitchFamily="2" charset="0"/>
              </a:rPr>
              <a:t>EPSY 5244: Survey Design, Sampling, and Implementation</a:t>
            </a:r>
            <a:endParaRPr lang="en-US" dirty="0"/>
          </a:p>
        </p:txBody>
      </p:sp>
    </p:spTree>
    <p:extLst>
      <p:ext uri="{BB962C8B-B14F-4D97-AF65-F5344CB8AC3E}">
        <p14:creationId xmlns:p14="http://schemas.microsoft.com/office/powerpoint/2010/main" val="6681138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5621FB-4E36-6CE9-5F2B-1D4C843D866C}"/>
              </a:ext>
            </a:extLst>
          </p:cNvPr>
          <p:cNvSpPr>
            <a:spLocks noGrp="1"/>
          </p:cNvSpPr>
          <p:nvPr>
            <p:ph type="title"/>
          </p:nvPr>
        </p:nvSpPr>
        <p:spPr/>
        <p:txBody>
          <a:bodyPr/>
          <a:lstStyle/>
          <a:p>
            <a:r>
              <a:rPr lang="en-US" dirty="0"/>
              <a:t>Survey Development Framework</a:t>
            </a:r>
          </a:p>
        </p:txBody>
      </p:sp>
      <p:sp>
        <p:nvSpPr>
          <p:cNvPr id="3" name="Content Placeholder 2">
            <a:extLst>
              <a:ext uri="{FF2B5EF4-FFF2-40B4-BE49-F238E27FC236}">
                <a16:creationId xmlns:a16="http://schemas.microsoft.com/office/drawing/2014/main" id="{AD16373C-F34D-0030-D52C-EB3FE118706E}"/>
              </a:ext>
            </a:extLst>
          </p:cNvPr>
          <p:cNvSpPr>
            <a:spLocks noGrp="1"/>
          </p:cNvSpPr>
          <p:nvPr>
            <p:ph idx="1"/>
          </p:nvPr>
        </p:nvSpPr>
        <p:spPr/>
        <p:txBody>
          <a:bodyPr/>
          <a:lstStyle/>
          <a:p>
            <a:pPr marL="457200" indent="-457200">
              <a:buFont typeface="+mj-lt"/>
              <a:buAutoNum type="arabicPeriod"/>
            </a:pPr>
            <a:r>
              <a:rPr lang="en-US" dirty="0"/>
              <a:t>Survey design</a:t>
            </a:r>
          </a:p>
          <a:p>
            <a:pPr marL="457200" indent="-457200">
              <a:buFont typeface="+mj-lt"/>
              <a:buAutoNum type="arabicPeriod"/>
            </a:pPr>
            <a:r>
              <a:rPr lang="en-US" dirty="0"/>
              <a:t>Survey construction</a:t>
            </a:r>
          </a:p>
          <a:p>
            <a:pPr marL="457200" indent="-457200">
              <a:buFont typeface="+mj-lt"/>
              <a:buAutoNum type="arabicPeriod"/>
            </a:pPr>
            <a:r>
              <a:rPr lang="en-US" dirty="0"/>
              <a:t>Pilot testing</a:t>
            </a:r>
          </a:p>
          <a:p>
            <a:pPr marL="457200" indent="-457200">
              <a:buFont typeface="+mj-lt"/>
              <a:buAutoNum type="arabicPeriod"/>
            </a:pPr>
            <a:r>
              <a:rPr lang="en-US" dirty="0"/>
              <a:t>Survey administration</a:t>
            </a:r>
          </a:p>
        </p:txBody>
      </p:sp>
    </p:spTree>
    <p:extLst>
      <p:ext uri="{BB962C8B-B14F-4D97-AF65-F5344CB8AC3E}">
        <p14:creationId xmlns:p14="http://schemas.microsoft.com/office/powerpoint/2010/main" val="16321118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710AD4E6-B1AA-0C5B-1A61-3F932E13A6D8}"/>
              </a:ext>
            </a:extLst>
          </p:cNvPr>
          <p:cNvSpPr>
            <a:spLocks noGrp="1"/>
          </p:cNvSpPr>
          <p:nvPr>
            <p:ph type="title"/>
          </p:nvPr>
        </p:nvSpPr>
        <p:spPr>
          <a:xfrm>
            <a:off x="685800" y="304800"/>
            <a:ext cx="7772400" cy="1143000"/>
          </a:xfrm>
        </p:spPr>
        <p:txBody>
          <a:bodyPr/>
          <a:lstStyle/>
          <a:p>
            <a:r>
              <a:rPr lang="en-US" dirty="0"/>
              <a:t>1. Survey Design</a:t>
            </a:r>
          </a:p>
        </p:txBody>
      </p:sp>
      <p:graphicFrame>
        <p:nvGraphicFramePr>
          <p:cNvPr id="6" name="Diagram 5">
            <a:extLst>
              <a:ext uri="{FF2B5EF4-FFF2-40B4-BE49-F238E27FC236}">
                <a16:creationId xmlns:a16="http://schemas.microsoft.com/office/drawing/2014/main" id="{F39C3A2B-9F93-F17A-9DF5-9582A45AA824}"/>
              </a:ext>
            </a:extLst>
          </p:cNvPr>
          <p:cNvGraphicFramePr/>
          <p:nvPr>
            <p:extLst>
              <p:ext uri="{D42A27DB-BD31-4B8C-83A1-F6EECF244321}">
                <p14:modId xmlns:p14="http://schemas.microsoft.com/office/powerpoint/2010/main" val="977612994"/>
              </p:ext>
            </p:extLst>
          </p:nvPr>
        </p:nvGraphicFramePr>
        <p:xfrm>
          <a:off x="865414" y="1447800"/>
          <a:ext cx="7413171" cy="451394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6723650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E53E995-50E9-1AD1-CEDA-14EB6991F277}"/>
              </a:ext>
            </a:extLst>
          </p:cNvPr>
          <p:cNvSpPr>
            <a:spLocks noGrp="1"/>
          </p:cNvSpPr>
          <p:nvPr>
            <p:ph type="title"/>
          </p:nvPr>
        </p:nvSpPr>
        <p:spPr/>
        <p:txBody>
          <a:bodyPr/>
          <a:lstStyle/>
          <a:p>
            <a:r>
              <a:rPr lang="en-US" dirty="0"/>
              <a:t>1. Survey Design</a:t>
            </a:r>
          </a:p>
        </p:txBody>
      </p:sp>
      <p:sp>
        <p:nvSpPr>
          <p:cNvPr id="6" name="Content Placeholder 5">
            <a:extLst>
              <a:ext uri="{FF2B5EF4-FFF2-40B4-BE49-F238E27FC236}">
                <a16:creationId xmlns:a16="http://schemas.microsoft.com/office/drawing/2014/main" id="{2AD271B8-95C9-3957-8B09-66F18A3014DC}"/>
              </a:ext>
            </a:extLst>
          </p:cNvPr>
          <p:cNvSpPr>
            <a:spLocks noGrp="1"/>
          </p:cNvSpPr>
          <p:nvPr>
            <p:ph idx="1"/>
          </p:nvPr>
        </p:nvSpPr>
        <p:spPr/>
        <p:txBody>
          <a:bodyPr/>
          <a:lstStyle/>
          <a:p>
            <a:r>
              <a:rPr lang="en-US" dirty="0"/>
              <a:t>Key questions to be answered during survey design</a:t>
            </a:r>
          </a:p>
          <a:p>
            <a:pPr lvl="1"/>
            <a:r>
              <a:rPr lang="en-US" dirty="0"/>
              <a:t>What are the target concepts that are being measured?</a:t>
            </a:r>
          </a:p>
          <a:p>
            <a:pPr lvl="1"/>
            <a:r>
              <a:rPr lang="en-US" dirty="0"/>
              <a:t>What are the structures of the target concepts (factors, components, subconstructs, subdomains)?</a:t>
            </a:r>
          </a:p>
          <a:p>
            <a:pPr lvl="1"/>
            <a:r>
              <a:rPr lang="en-US" dirty="0"/>
              <a:t>How can the concepts be measured reliably and validly?</a:t>
            </a:r>
          </a:p>
          <a:p>
            <a:pPr lvl="1"/>
            <a:r>
              <a:rPr lang="en-US" dirty="0"/>
              <a:t>What are the survey research questions?</a:t>
            </a:r>
          </a:p>
          <a:p>
            <a:pPr lvl="1"/>
            <a:r>
              <a:rPr lang="en-US" dirty="0"/>
              <a:t>How can those concepts be analyzed to answer the survey questions?</a:t>
            </a:r>
          </a:p>
          <a:p>
            <a:endParaRPr lang="en-US" dirty="0"/>
          </a:p>
        </p:txBody>
      </p:sp>
    </p:spTree>
    <p:extLst>
      <p:ext uri="{BB962C8B-B14F-4D97-AF65-F5344CB8AC3E}">
        <p14:creationId xmlns:p14="http://schemas.microsoft.com/office/powerpoint/2010/main" val="28320743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BC6416-8BA7-3FC8-B30C-6067A29329E9}"/>
              </a:ext>
            </a:extLst>
          </p:cNvPr>
          <p:cNvSpPr>
            <a:spLocks noGrp="1"/>
          </p:cNvSpPr>
          <p:nvPr>
            <p:ph type="title"/>
          </p:nvPr>
        </p:nvSpPr>
        <p:spPr/>
        <p:txBody>
          <a:bodyPr/>
          <a:lstStyle/>
          <a:p>
            <a:r>
              <a:rPr lang="en-US" dirty="0"/>
              <a:t>2. Survey construction</a:t>
            </a:r>
          </a:p>
        </p:txBody>
      </p:sp>
      <p:sp>
        <p:nvSpPr>
          <p:cNvPr id="3" name="Content Placeholder 2">
            <a:extLst>
              <a:ext uri="{FF2B5EF4-FFF2-40B4-BE49-F238E27FC236}">
                <a16:creationId xmlns:a16="http://schemas.microsoft.com/office/drawing/2014/main" id="{79AA73F2-C874-93DE-3C0F-C05E86A5FABB}"/>
              </a:ext>
            </a:extLst>
          </p:cNvPr>
          <p:cNvSpPr>
            <a:spLocks noGrp="1"/>
          </p:cNvSpPr>
          <p:nvPr>
            <p:ph idx="1"/>
          </p:nvPr>
        </p:nvSpPr>
        <p:spPr/>
        <p:txBody>
          <a:bodyPr/>
          <a:lstStyle/>
          <a:p>
            <a:r>
              <a:rPr lang="en-US" dirty="0"/>
              <a:t>Item and instruction writing</a:t>
            </a:r>
          </a:p>
          <a:p>
            <a:pPr lvl="1"/>
            <a:r>
              <a:rPr lang="en-US" dirty="0"/>
              <a:t>Do you use an existing scale or develop new questions?</a:t>
            </a:r>
          </a:p>
          <a:p>
            <a:pPr lvl="1"/>
            <a:r>
              <a:rPr lang="en-US" dirty="0"/>
              <a:t>How many questions should be used for measuring each concept?</a:t>
            </a:r>
          </a:p>
          <a:p>
            <a:r>
              <a:rPr lang="en-US" dirty="0"/>
              <a:t>Survey formatting</a:t>
            </a:r>
          </a:p>
          <a:p>
            <a:pPr lvl="1"/>
            <a:r>
              <a:rPr lang="en-US" dirty="0"/>
              <a:t>Depends on the survey modes</a:t>
            </a:r>
          </a:p>
          <a:p>
            <a:endParaRPr lang="en-US" dirty="0"/>
          </a:p>
        </p:txBody>
      </p:sp>
    </p:spTree>
    <p:extLst>
      <p:ext uri="{BB962C8B-B14F-4D97-AF65-F5344CB8AC3E}">
        <p14:creationId xmlns:p14="http://schemas.microsoft.com/office/powerpoint/2010/main" val="15022985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EE4EC6-9505-F517-226B-849D48C0A8CB}"/>
              </a:ext>
            </a:extLst>
          </p:cNvPr>
          <p:cNvSpPr>
            <a:spLocks noGrp="1"/>
          </p:cNvSpPr>
          <p:nvPr>
            <p:ph type="title"/>
          </p:nvPr>
        </p:nvSpPr>
        <p:spPr/>
        <p:txBody>
          <a:bodyPr/>
          <a:lstStyle/>
          <a:p>
            <a:r>
              <a:rPr lang="en-US" dirty="0"/>
              <a:t>3. Pilot Testing</a:t>
            </a:r>
          </a:p>
        </p:txBody>
      </p:sp>
      <p:sp>
        <p:nvSpPr>
          <p:cNvPr id="3" name="Content Placeholder 2">
            <a:extLst>
              <a:ext uri="{FF2B5EF4-FFF2-40B4-BE49-F238E27FC236}">
                <a16:creationId xmlns:a16="http://schemas.microsoft.com/office/drawing/2014/main" id="{E36E6604-6265-2B1F-A82C-6F355A5EC609}"/>
              </a:ext>
            </a:extLst>
          </p:cNvPr>
          <p:cNvSpPr>
            <a:spLocks noGrp="1"/>
          </p:cNvSpPr>
          <p:nvPr>
            <p:ph idx="1"/>
          </p:nvPr>
        </p:nvSpPr>
        <p:spPr/>
        <p:txBody>
          <a:bodyPr/>
          <a:lstStyle/>
          <a:p>
            <a:endParaRPr lang="en-US" dirty="0"/>
          </a:p>
        </p:txBody>
      </p:sp>
      <p:graphicFrame>
        <p:nvGraphicFramePr>
          <p:cNvPr id="4" name="Diagram 3">
            <a:extLst>
              <a:ext uri="{FF2B5EF4-FFF2-40B4-BE49-F238E27FC236}">
                <a16:creationId xmlns:a16="http://schemas.microsoft.com/office/drawing/2014/main" id="{B955EF0C-4AF6-DD1A-EA21-B162EB476A3D}"/>
              </a:ext>
            </a:extLst>
          </p:cNvPr>
          <p:cNvGraphicFramePr/>
          <p:nvPr>
            <p:extLst>
              <p:ext uri="{D42A27DB-BD31-4B8C-83A1-F6EECF244321}">
                <p14:modId xmlns:p14="http://schemas.microsoft.com/office/powerpoint/2010/main" val="4267878781"/>
              </p:ext>
            </p:extLst>
          </p:nvPr>
        </p:nvGraphicFramePr>
        <p:xfrm>
          <a:off x="865414" y="1447800"/>
          <a:ext cx="7413171" cy="4953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5335768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A55AB7-DEF3-5E0E-8D93-62F629170543}"/>
              </a:ext>
            </a:extLst>
          </p:cNvPr>
          <p:cNvSpPr>
            <a:spLocks noGrp="1"/>
          </p:cNvSpPr>
          <p:nvPr>
            <p:ph type="title"/>
          </p:nvPr>
        </p:nvSpPr>
        <p:spPr/>
        <p:txBody>
          <a:bodyPr/>
          <a:lstStyle/>
          <a:p>
            <a:r>
              <a:rPr lang="en-US" dirty="0"/>
              <a:t>Pre-testing</a:t>
            </a:r>
          </a:p>
        </p:txBody>
      </p:sp>
      <p:sp>
        <p:nvSpPr>
          <p:cNvPr id="3" name="Content Placeholder 2">
            <a:extLst>
              <a:ext uri="{FF2B5EF4-FFF2-40B4-BE49-F238E27FC236}">
                <a16:creationId xmlns:a16="http://schemas.microsoft.com/office/drawing/2014/main" id="{844A1F03-19F9-E18E-2BC4-094178EE3314}"/>
              </a:ext>
            </a:extLst>
          </p:cNvPr>
          <p:cNvSpPr>
            <a:spLocks noGrp="1"/>
          </p:cNvSpPr>
          <p:nvPr>
            <p:ph idx="1"/>
          </p:nvPr>
        </p:nvSpPr>
        <p:spPr/>
        <p:txBody>
          <a:bodyPr/>
          <a:lstStyle/>
          <a:p>
            <a:r>
              <a:rPr lang="en-US" dirty="0"/>
              <a:t>Survey researchers have shown remarkable confidence in pre-testing. </a:t>
            </a:r>
          </a:p>
          <a:p>
            <a:r>
              <a:rPr lang="en-US" dirty="0"/>
              <a:t>According to one leading expert, “It usually takes no more than 12–25 cases to reveal the major difficulties and weaknesses in a pretest questionnaire” (</a:t>
            </a:r>
            <a:r>
              <a:rPr lang="en-US" dirty="0" err="1"/>
              <a:t>Sheatsley</a:t>
            </a:r>
            <a:r>
              <a:rPr lang="en-US" dirty="0"/>
              <a:t> 1983, p. 226). </a:t>
            </a:r>
          </a:p>
          <a:p>
            <a:r>
              <a:rPr lang="en-US" dirty="0"/>
              <a:t>This judgment is similar to that of another prominent methodologist, who maintained that “20–50 cases is usually sufficient to discover the major flaws in a questionnaire” (</a:t>
            </a:r>
            <a:r>
              <a:rPr lang="en-US" dirty="0" err="1"/>
              <a:t>Sudman</a:t>
            </a:r>
            <a:r>
              <a:rPr lang="en-US" dirty="0"/>
              <a:t> 1983, p. 181).</a:t>
            </a:r>
          </a:p>
          <a:p>
            <a:endParaRPr lang="en-US" dirty="0"/>
          </a:p>
        </p:txBody>
      </p:sp>
    </p:spTree>
    <p:extLst>
      <p:ext uri="{BB962C8B-B14F-4D97-AF65-F5344CB8AC3E}">
        <p14:creationId xmlns:p14="http://schemas.microsoft.com/office/powerpoint/2010/main" val="23536015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78CE95-F182-040A-BB60-2BD3FD0C3C3D}"/>
              </a:ext>
            </a:extLst>
          </p:cNvPr>
          <p:cNvSpPr>
            <a:spLocks noGrp="1"/>
          </p:cNvSpPr>
          <p:nvPr>
            <p:ph type="title"/>
          </p:nvPr>
        </p:nvSpPr>
        <p:spPr/>
        <p:txBody>
          <a:bodyPr/>
          <a:lstStyle/>
          <a:p>
            <a:r>
              <a:rPr lang="en-US" dirty="0"/>
              <a:t>4. Survey Administration</a:t>
            </a:r>
          </a:p>
        </p:txBody>
      </p:sp>
      <p:sp>
        <p:nvSpPr>
          <p:cNvPr id="3" name="Content Placeholder 2">
            <a:extLst>
              <a:ext uri="{FF2B5EF4-FFF2-40B4-BE49-F238E27FC236}">
                <a16:creationId xmlns:a16="http://schemas.microsoft.com/office/drawing/2014/main" id="{0EEBFD96-23F4-94BB-974F-98D62C7FAE45}"/>
              </a:ext>
            </a:extLst>
          </p:cNvPr>
          <p:cNvSpPr>
            <a:spLocks noGrp="1"/>
          </p:cNvSpPr>
          <p:nvPr>
            <p:ph idx="1"/>
          </p:nvPr>
        </p:nvSpPr>
        <p:spPr/>
        <p:txBody>
          <a:bodyPr/>
          <a:lstStyle/>
          <a:p>
            <a:endParaRPr lang="en-US" dirty="0"/>
          </a:p>
        </p:txBody>
      </p:sp>
      <p:graphicFrame>
        <p:nvGraphicFramePr>
          <p:cNvPr id="4" name="Diagram 3">
            <a:extLst>
              <a:ext uri="{FF2B5EF4-FFF2-40B4-BE49-F238E27FC236}">
                <a16:creationId xmlns:a16="http://schemas.microsoft.com/office/drawing/2014/main" id="{F2351279-9015-4090-B2B5-4F991F322FAD}"/>
              </a:ext>
            </a:extLst>
          </p:cNvPr>
          <p:cNvGraphicFramePr/>
          <p:nvPr>
            <p:extLst>
              <p:ext uri="{D42A27DB-BD31-4B8C-83A1-F6EECF244321}">
                <p14:modId xmlns:p14="http://schemas.microsoft.com/office/powerpoint/2010/main" val="3397048043"/>
              </p:ext>
            </p:extLst>
          </p:nvPr>
        </p:nvGraphicFramePr>
        <p:xfrm>
          <a:off x="865414" y="1886857"/>
          <a:ext cx="7413171" cy="4064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852928179"/>
      </p:ext>
    </p:extLst>
  </p:cSld>
  <p:clrMapOvr>
    <a:masterClrMapping/>
  </p:clrMapOvr>
</p:sld>
</file>

<file path=ppt/theme/theme1.xml><?xml version="1.0" encoding="utf-8"?>
<a:theme xmlns:a="http://schemas.openxmlformats.org/drawingml/2006/main" name="UMN-yellow">
  <a:themeElements>
    <a:clrScheme name="Custom 1">
      <a:dk1>
        <a:sysClr val="windowText" lastClr="000000"/>
      </a:dk1>
      <a:lt1>
        <a:sysClr val="window" lastClr="FFFFFF"/>
      </a:lt1>
      <a:dk2>
        <a:srgbClr val="1F497D"/>
      </a:dk2>
      <a:lt2>
        <a:srgbClr val="D7D9D7"/>
      </a:lt2>
      <a:accent1>
        <a:srgbClr val="7A0019"/>
      </a:accent1>
      <a:accent2>
        <a:srgbClr val="FFCC33"/>
      </a:accent2>
      <a:accent3>
        <a:srgbClr val="C82936"/>
      </a:accent3>
      <a:accent4>
        <a:srgbClr val="003D4C"/>
      </a:accent4>
      <a:accent5>
        <a:srgbClr val="79C9C7"/>
      </a:accent5>
      <a:accent6>
        <a:srgbClr val="F79646"/>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rgbClr val="000000"/>
            </a:solidFill>
            <a:effectLst/>
            <a:latin typeface="Arial" charset="0"/>
            <a:ea typeface="ＭＳ Ｐゴシック" charset="0"/>
            <a:cs typeface="ＭＳ Ｐゴシック"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rgbClr val="000000"/>
            </a:solidFill>
            <a:effectLst/>
            <a:latin typeface="Arial" charset="0"/>
            <a:ea typeface="ＭＳ Ｐゴシック" charset="0"/>
            <a:cs typeface="ＭＳ Ｐゴシック" charset="0"/>
          </a:defRPr>
        </a:defPPr>
      </a:lstStyle>
    </a:lnDef>
  </a:objectDefaults>
  <a:extraClrSchemeLst>
    <a:extraClrScheme>
      <a:clrScheme name="Office Them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Office Them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Office Them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Office Theme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Office Them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Office Them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Office Them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Office Them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Office Them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UMN-yellow" id="{DB2F7133-BA05-44A6-B8AE-F4ACBE427C16}" vid="{EB79D255-8E2F-4960-9A30-A0E24C4AC90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UMN-yellow</Template>
  <TotalTime>14218</TotalTime>
  <Words>1049</Words>
  <Application>Microsoft Macintosh PowerPoint</Application>
  <PresentationFormat>On-screen Show (4:3)</PresentationFormat>
  <Paragraphs>84</Paragraphs>
  <Slides>8</Slides>
  <Notes>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Aptos</vt:lpstr>
      <vt:lpstr>Arial</vt:lpstr>
      <vt:lpstr>Corbel</vt:lpstr>
      <vt:lpstr>Titillium Web</vt:lpstr>
      <vt:lpstr>UMN-yellow</vt:lpstr>
      <vt:lpstr>Survey Development Framework</vt:lpstr>
      <vt:lpstr>Survey Development Framework</vt:lpstr>
      <vt:lpstr>1. Survey Design</vt:lpstr>
      <vt:lpstr>1. Survey Design</vt:lpstr>
      <vt:lpstr>2. Survey construction</vt:lpstr>
      <vt:lpstr>3. Pilot Testing</vt:lpstr>
      <vt:lpstr>Pre-testing</vt:lpstr>
      <vt:lpstr>4. Survey Administration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Wenchao Ma</dc:creator>
  <cp:lastModifiedBy>Wenchao Ma</cp:lastModifiedBy>
  <cp:revision>92</cp:revision>
  <dcterms:created xsi:type="dcterms:W3CDTF">2024-07-16T02:19:12Z</dcterms:created>
  <dcterms:modified xsi:type="dcterms:W3CDTF">2026-02-03T19:40:59Z</dcterms:modified>
</cp:coreProperties>
</file>